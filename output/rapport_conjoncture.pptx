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media/image16.svg" ContentType="image/svg+xml"/>
  <Override PartName="/ppt/media/image2.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96" r:id="rId2"/>
    <p:sldId id="315" r:id="rId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4" d="100"/>
          <a:sy n="94" d="100"/>
        </p:scale>
        <p:origin x="1176" y="2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T3FC9\FU_EV\ECMR\Macro&#233;conomie_Conjoncture\Conjoncture\Enqu&#234;te%20semestrielle%20PME\Enqu&#234;tes\Enq82\03%20-%20Donn&#233;es\03%20-%20Analyse\Graphiques_82.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T3FC9\FU_EV\ECMR\Macro&#233;conomie_Conjoncture\Conjoncture\Enqu&#234;te%20semestrielle%20PME\Enqu&#234;tes\Enq82\03%20-%20Donn&#233;es\03%20-%20Analyse\Graphiques_82.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T3FC9\FU_EV\ECMR\Macro&#233;conomie_Conjoncture\Conjoncture\Enqu&#234;te%20semestrielle%20PME\Enqu&#234;tes\Enq82\03%20-%20Donn&#233;es\03%20-%20Analyse\Graphiques_8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00803308677327E-2"/>
          <c:y val="3.0393317623618223E-2"/>
          <c:w val="0.88132794999008601"/>
          <c:h val="0.74353567337367799"/>
        </c:manualLayout>
      </c:layout>
      <c:lineChart>
        <c:grouping val="standard"/>
        <c:varyColors val="0"/>
        <c:ser>
          <c:idx val="0"/>
          <c:order val="0"/>
          <c:tx>
            <c:strRef>
              <c:f>'CA Eff N'!$B$2</c:f>
              <c:strCache>
                <c:ptCount val="1"/>
                <c:pt idx="0">
                  <c:v>Chiffre d'affaires</c:v>
                </c:pt>
              </c:strCache>
            </c:strRef>
          </c:tx>
          <c:spPr>
            <a:ln w="28575" cap="rnd">
              <a:solidFill>
                <a:schemeClr val="tx2"/>
              </a:solidFill>
              <a:round/>
            </a:ln>
            <a:effectLst/>
          </c:spPr>
          <c:marker>
            <c:symbol val="none"/>
          </c:marker>
          <c:dLbls>
            <c:dLbl>
              <c:idx val="5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997-443E-9A36-23519BFEA3C4}"/>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2"/>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'CA Eff N'!$A$7:$A$60</c:f>
              <c:numCache>
                <c:formatCode>m/d/yyyy</c:formatCode>
                <c:ptCount val="54"/>
                <c:pt idx="0">
                  <c:v>36647</c:v>
                </c:pt>
                <c:pt idx="1">
                  <c:v>36831</c:v>
                </c:pt>
                <c:pt idx="2">
                  <c:v>37012</c:v>
                </c:pt>
                <c:pt idx="3">
                  <c:v>37196</c:v>
                </c:pt>
                <c:pt idx="4">
                  <c:v>37377</c:v>
                </c:pt>
                <c:pt idx="5">
                  <c:v>37561</c:v>
                </c:pt>
                <c:pt idx="6">
                  <c:v>37742</c:v>
                </c:pt>
                <c:pt idx="7">
                  <c:v>37926</c:v>
                </c:pt>
                <c:pt idx="8">
                  <c:v>38108</c:v>
                </c:pt>
                <c:pt idx="9">
                  <c:v>38292</c:v>
                </c:pt>
                <c:pt idx="10">
                  <c:v>38473</c:v>
                </c:pt>
                <c:pt idx="11">
                  <c:v>38657</c:v>
                </c:pt>
                <c:pt idx="12">
                  <c:v>38838</c:v>
                </c:pt>
                <c:pt idx="13">
                  <c:v>39022</c:v>
                </c:pt>
                <c:pt idx="14">
                  <c:v>39203</c:v>
                </c:pt>
                <c:pt idx="15">
                  <c:v>39387</c:v>
                </c:pt>
                <c:pt idx="16">
                  <c:v>39569</c:v>
                </c:pt>
                <c:pt idx="17">
                  <c:v>39753</c:v>
                </c:pt>
                <c:pt idx="18">
                  <c:v>39934</c:v>
                </c:pt>
                <c:pt idx="19">
                  <c:v>40118</c:v>
                </c:pt>
                <c:pt idx="20">
                  <c:v>40299</c:v>
                </c:pt>
                <c:pt idx="21">
                  <c:v>40483</c:v>
                </c:pt>
                <c:pt idx="22">
                  <c:v>40664</c:v>
                </c:pt>
                <c:pt idx="23">
                  <c:v>40848</c:v>
                </c:pt>
                <c:pt idx="24">
                  <c:v>41030</c:v>
                </c:pt>
                <c:pt idx="25">
                  <c:v>41214</c:v>
                </c:pt>
                <c:pt idx="26">
                  <c:v>41395</c:v>
                </c:pt>
                <c:pt idx="27">
                  <c:v>41579</c:v>
                </c:pt>
                <c:pt idx="28">
                  <c:v>41760</c:v>
                </c:pt>
                <c:pt idx="29">
                  <c:v>41944</c:v>
                </c:pt>
                <c:pt idx="30">
                  <c:v>42125</c:v>
                </c:pt>
                <c:pt idx="31">
                  <c:v>42309</c:v>
                </c:pt>
                <c:pt idx="32">
                  <c:v>42491</c:v>
                </c:pt>
                <c:pt idx="33">
                  <c:v>42675</c:v>
                </c:pt>
                <c:pt idx="34">
                  <c:v>42856</c:v>
                </c:pt>
                <c:pt idx="35">
                  <c:v>43040</c:v>
                </c:pt>
                <c:pt idx="36">
                  <c:v>43221</c:v>
                </c:pt>
                <c:pt idx="37">
                  <c:v>43405</c:v>
                </c:pt>
                <c:pt idx="38">
                  <c:v>43586</c:v>
                </c:pt>
                <c:pt idx="39">
                  <c:v>43770</c:v>
                </c:pt>
                <c:pt idx="40">
                  <c:v>43952</c:v>
                </c:pt>
                <c:pt idx="41">
                  <c:v>44136</c:v>
                </c:pt>
                <c:pt idx="42">
                  <c:v>44317</c:v>
                </c:pt>
                <c:pt idx="43">
                  <c:v>44501</c:v>
                </c:pt>
                <c:pt idx="44">
                  <c:v>44682</c:v>
                </c:pt>
                <c:pt idx="45">
                  <c:v>44866</c:v>
                </c:pt>
                <c:pt idx="46">
                  <c:v>45047</c:v>
                </c:pt>
                <c:pt idx="47">
                  <c:v>45231</c:v>
                </c:pt>
                <c:pt idx="48">
                  <c:v>45413</c:v>
                </c:pt>
                <c:pt idx="49">
                  <c:v>45597</c:v>
                </c:pt>
                <c:pt idx="50">
                  <c:v>45778</c:v>
                </c:pt>
                <c:pt idx="51">
                  <c:v>45962</c:v>
                </c:pt>
                <c:pt idx="52">
                  <c:v>46143</c:v>
                </c:pt>
                <c:pt idx="53">
                  <c:v>46327</c:v>
                </c:pt>
              </c:numCache>
            </c:numRef>
          </c:cat>
          <c:val>
            <c:numRef>
              <c:f>'CA Eff N'!$B$7:$B$60</c:f>
              <c:numCache>
                <c:formatCode>0</c:formatCode>
                <c:ptCount val="54"/>
                <c:pt idx="0">
                  <c:v>49.147442326980901</c:v>
                </c:pt>
                <c:pt idx="1">
                  <c:v>48.393574297188799</c:v>
                </c:pt>
                <c:pt idx="2">
                  <c:v>36.683417085427102</c:v>
                </c:pt>
                <c:pt idx="3">
                  <c:v>30.653266331658301</c:v>
                </c:pt>
                <c:pt idx="4">
                  <c:v>15.8425832492432</c:v>
                </c:pt>
                <c:pt idx="5">
                  <c:v>10.909090909090899</c:v>
                </c:pt>
                <c:pt idx="6">
                  <c:v>4.6231155778894504</c:v>
                </c:pt>
                <c:pt idx="7">
                  <c:v>7.6381909547738802</c:v>
                </c:pt>
                <c:pt idx="8">
                  <c:v>19.959677419354801</c:v>
                </c:pt>
                <c:pt idx="9">
                  <c:v>26.8882175226586</c:v>
                </c:pt>
                <c:pt idx="10">
                  <c:v>18.693467336683401</c:v>
                </c:pt>
                <c:pt idx="11">
                  <c:v>26.056338028169002</c:v>
                </c:pt>
                <c:pt idx="12">
                  <c:v>31.414141414141401</c:v>
                </c:pt>
                <c:pt idx="13">
                  <c:v>30.591775325977899</c:v>
                </c:pt>
                <c:pt idx="14">
                  <c:v>37.525150905432596</c:v>
                </c:pt>
                <c:pt idx="15">
                  <c:v>41.993957703927499</c:v>
                </c:pt>
                <c:pt idx="16">
                  <c:v>21.997981836528801</c:v>
                </c:pt>
                <c:pt idx="17">
                  <c:v>15.678391959799001</c:v>
                </c:pt>
                <c:pt idx="18">
                  <c:v>-36.217303822937602</c:v>
                </c:pt>
                <c:pt idx="19">
                  <c:v>-29.2</c:v>
                </c:pt>
                <c:pt idx="20">
                  <c:v>6.7433684883349398</c:v>
                </c:pt>
                <c:pt idx="21">
                  <c:v>17.216770740410301</c:v>
                </c:pt>
                <c:pt idx="22">
                  <c:v>29.279279279279301</c:v>
                </c:pt>
                <c:pt idx="23">
                  <c:v>24.051975603288199</c:v>
                </c:pt>
                <c:pt idx="24">
                  <c:v>4.7773886943471799</c:v>
                </c:pt>
                <c:pt idx="25">
                  <c:v>-1.5072083879423299</c:v>
                </c:pt>
                <c:pt idx="26">
                  <c:v>-10.2994555353902</c:v>
                </c:pt>
                <c:pt idx="27">
                  <c:v>-8.7642418930762496</c:v>
                </c:pt>
                <c:pt idx="28">
                  <c:v>3.52336677269391</c:v>
                </c:pt>
                <c:pt idx="29">
                  <c:v>-4.3224551545277698</c:v>
                </c:pt>
                <c:pt idx="30">
                  <c:v>3.6638424547744499</c:v>
                </c:pt>
                <c:pt idx="31">
                  <c:v>2.5674786043449598</c:v>
                </c:pt>
                <c:pt idx="32">
                  <c:v>12.930253623188401</c:v>
                </c:pt>
                <c:pt idx="33">
                  <c:v>12.7276919529629</c:v>
                </c:pt>
                <c:pt idx="34">
                  <c:v>21.223103057757601</c:v>
                </c:pt>
                <c:pt idx="35">
                  <c:v>25.881803316982001</c:v>
                </c:pt>
                <c:pt idx="36">
                  <c:v>26.203807390817499</c:v>
                </c:pt>
                <c:pt idx="37">
                  <c:v>24.661174594738199</c:v>
                </c:pt>
                <c:pt idx="38">
                  <c:v>22.5143099427602</c:v>
                </c:pt>
                <c:pt idx="39">
                  <c:v>25.442684063373701</c:v>
                </c:pt>
                <c:pt idx="40">
                  <c:v>-49.9469777306469</c:v>
                </c:pt>
                <c:pt idx="41">
                  <c:v>-47.663190421011997</c:v>
                </c:pt>
                <c:pt idx="42">
                  <c:v>23.705766710353899</c:v>
                </c:pt>
                <c:pt idx="43">
                  <c:v>35.765124555160099</c:v>
                </c:pt>
                <c:pt idx="44">
                  <c:v>24.857647751816199</c:v>
                </c:pt>
                <c:pt idx="45">
                  <c:v>27.3856209150327</c:v>
                </c:pt>
                <c:pt idx="46">
                  <c:v>12.2330872081421</c:v>
                </c:pt>
                <c:pt idx="47">
                  <c:v>8.3216643328665807</c:v>
                </c:pt>
                <c:pt idx="48">
                  <c:v>1.9275700934579401</c:v>
                </c:pt>
                <c:pt idx="49">
                  <c:v>-5.9650532235388702</c:v>
                </c:pt>
                <c:pt idx="50">
                  <c:v>-4.3542905692438403</c:v>
                </c:pt>
                <c:pt idx="51">
                  <c:v>-10.7793307920373</c:v>
                </c:pt>
              </c:numCache>
            </c:numRef>
          </c:val>
          <c:smooth val="0"/>
          <c:extLst>
            <c:ext xmlns:c16="http://schemas.microsoft.com/office/drawing/2014/chart" uri="{C3380CC4-5D6E-409C-BE32-E72D297353CC}">
              <c16:uniqueId val="{00000001-2997-443E-9A36-23519BFEA3C4}"/>
            </c:ext>
          </c:extLst>
        </c:ser>
        <c:ser>
          <c:idx val="1"/>
          <c:order val="1"/>
          <c:tx>
            <c:strRef>
              <c:f>'CA Eff N'!$C$2</c:f>
              <c:strCache>
                <c:ptCount val="1"/>
                <c:pt idx="0">
                  <c:v>Moyenne 2000-2024</c:v>
                </c:pt>
              </c:strCache>
            </c:strRef>
          </c:tx>
          <c:spPr>
            <a:ln w="28575" cap="rnd">
              <a:solidFill>
                <a:schemeClr val="tx2"/>
              </a:solidFill>
              <a:prstDash val="sysDot"/>
              <a:round/>
            </a:ln>
            <a:effectLst/>
          </c:spPr>
          <c:marker>
            <c:symbol val="none"/>
          </c:marker>
          <c:cat>
            <c:numRef>
              <c:f>'CA Eff N'!$A$7:$A$60</c:f>
              <c:numCache>
                <c:formatCode>m/d/yyyy</c:formatCode>
                <c:ptCount val="54"/>
                <c:pt idx="0">
                  <c:v>36647</c:v>
                </c:pt>
                <c:pt idx="1">
                  <c:v>36831</c:v>
                </c:pt>
                <c:pt idx="2">
                  <c:v>37012</c:v>
                </c:pt>
                <c:pt idx="3">
                  <c:v>37196</c:v>
                </c:pt>
                <c:pt idx="4">
                  <c:v>37377</c:v>
                </c:pt>
                <c:pt idx="5">
                  <c:v>37561</c:v>
                </c:pt>
                <c:pt idx="6">
                  <c:v>37742</c:v>
                </c:pt>
                <c:pt idx="7">
                  <c:v>37926</c:v>
                </c:pt>
                <c:pt idx="8">
                  <c:v>38108</c:v>
                </c:pt>
                <c:pt idx="9">
                  <c:v>38292</c:v>
                </c:pt>
                <c:pt idx="10">
                  <c:v>38473</c:v>
                </c:pt>
                <c:pt idx="11">
                  <c:v>38657</c:v>
                </c:pt>
                <c:pt idx="12">
                  <c:v>38838</c:v>
                </c:pt>
                <c:pt idx="13">
                  <c:v>39022</c:v>
                </c:pt>
                <c:pt idx="14">
                  <c:v>39203</c:v>
                </c:pt>
                <c:pt idx="15">
                  <c:v>39387</c:v>
                </c:pt>
                <c:pt idx="16">
                  <c:v>39569</c:v>
                </c:pt>
                <c:pt idx="17">
                  <c:v>39753</c:v>
                </c:pt>
                <c:pt idx="18">
                  <c:v>39934</c:v>
                </c:pt>
                <c:pt idx="19">
                  <c:v>40118</c:v>
                </c:pt>
                <c:pt idx="20">
                  <c:v>40299</c:v>
                </c:pt>
                <c:pt idx="21">
                  <c:v>40483</c:v>
                </c:pt>
                <c:pt idx="22">
                  <c:v>40664</c:v>
                </c:pt>
                <c:pt idx="23">
                  <c:v>40848</c:v>
                </c:pt>
                <c:pt idx="24">
                  <c:v>41030</c:v>
                </c:pt>
                <c:pt idx="25">
                  <c:v>41214</c:v>
                </c:pt>
                <c:pt idx="26">
                  <c:v>41395</c:v>
                </c:pt>
                <c:pt idx="27">
                  <c:v>41579</c:v>
                </c:pt>
                <c:pt idx="28">
                  <c:v>41760</c:v>
                </c:pt>
                <c:pt idx="29">
                  <c:v>41944</c:v>
                </c:pt>
                <c:pt idx="30">
                  <c:v>42125</c:v>
                </c:pt>
                <c:pt idx="31">
                  <c:v>42309</c:v>
                </c:pt>
                <c:pt idx="32">
                  <c:v>42491</c:v>
                </c:pt>
                <c:pt idx="33">
                  <c:v>42675</c:v>
                </c:pt>
                <c:pt idx="34">
                  <c:v>42856</c:v>
                </c:pt>
                <c:pt idx="35">
                  <c:v>43040</c:v>
                </c:pt>
                <c:pt idx="36">
                  <c:v>43221</c:v>
                </c:pt>
                <c:pt idx="37">
                  <c:v>43405</c:v>
                </c:pt>
                <c:pt idx="38">
                  <c:v>43586</c:v>
                </c:pt>
                <c:pt idx="39">
                  <c:v>43770</c:v>
                </c:pt>
                <c:pt idx="40">
                  <c:v>43952</c:v>
                </c:pt>
                <c:pt idx="41">
                  <c:v>44136</c:v>
                </c:pt>
                <c:pt idx="42">
                  <c:v>44317</c:v>
                </c:pt>
                <c:pt idx="43">
                  <c:v>44501</c:v>
                </c:pt>
                <c:pt idx="44">
                  <c:v>44682</c:v>
                </c:pt>
                <c:pt idx="45">
                  <c:v>44866</c:v>
                </c:pt>
                <c:pt idx="46">
                  <c:v>45047</c:v>
                </c:pt>
                <c:pt idx="47">
                  <c:v>45231</c:v>
                </c:pt>
                <c:pt idx="48">
                  <c:v>45413</c:v>
                </c:pt>
                <c:pt idx="49">
                  <c:v>45597</c:v>
                </c:pt>
                <c:pt idx="50">
                  <c:v>45778</c:v>
                </c:pt>
                <c:pt idx="51">
                  <c:v>45962</c:v>
                </c:pt>
                <c:pt idx="52">
                  <c:v>46143</c:v>
                </c:pt>
                <c:pt idx="53">
                  <c:v>46327</c:v>
                </c:pt>
              </c:numCache>
            </c:numRef>
          </c:cat>
          <c:val>
            <c:numRef>
              <c:f>'CA Eff N'!$C$7:$C$60</c:f>
              <c:numCache>
                <c:formatCode>0</c:formatCode>
                <c:ptCount val="54"/>
                <c:pt idx="0">
                  <c:v>13.568173483254739</c:v>
                </c:pt>
                <c:pt idx="1">
                  <c:v>13.568173483254739</c:v>
                </c:pt>
                <c:pt idx="2">
                  <c:v>13.568173483254739</c:v>
                </c:pt>
                <c:pt idx="3">
                  <c:v>13.568173483254739</c:v>
                </c:pt>
                <c:pt idx="4">
                  <c:v>13.568173483254739</c:v>
                </c:pt>
                <c:pt idx="5">
                  <c:v>13.568173483254739</c:v>
                </c:pt>
                <c:pt idx="6">
                  <c:v>13.568173483254739</c:v>
                </c:pt>
                <c:pt idx="7">
                  <c:v>13.568173483254739</c:v>
                </c:pt>
                <c:pt idx="8">
                  <c:v>13.568173483254739</c:v>
                </c:pt>
                <c:pt idx="9">
                  <c:v>13.568173483254739</c:v>
                </c:pt>
                <c:pt idx="10">
                  <c:v>13.568173483254739</c:v>
                </c:pt>
                <c:pt idx="11">
                  <c:v>13.568173483254739</c:v>
                </c:pt>
                <c:pt idx="12">
                  <c:v>13.568173483254739</c:v>
                </c:pt>
                <c:pt idx="13">
                  <c:v>13.568173483254739</c:v>
                </c:pt>
                <c:pt idx="14">
                  <c:v>13.568173483254739</c:v>
                </c:pt>
                <c:pt idx="15">
                  <c:v>13.568173483254739</c:v>
                </c:pt>
                <c:pt idx="16">
                  <c:v>13.568173483254739</c:v>
                </c:pt>
                <c:pt idx="17">
                  <c:v>13.568173483254739</c:v>
                </c:pt>
                <c:pt idx="18">
                  <c:v>13.568173483254739</c:v>
                </c:pt>
                <c:pt idx="19">
                  <c:v>13.568173483254739</c:v>
                </c:pt>
                <c:pt idx="20">
                  <c:v>13.568173483254739</c:v>
                </c:pt>
                <c:pt idx="21">
                  <c:v>13.568173483254739</c:v>
                </c:pt>
                <c:pt idx="22">
                  <c:v>13.568173483254739</c:v>
                </c:pt>
                <c:pt idx="23">
                  <c:v>13.568173483254739</c:v>
                </c:pt>
                <c:pt idx="24">
                  <c:v>13.568173483254739</c:v>
                </c:pt>
                <c:pt idx="25">
                  <c:v>13.568173483254739</c:v>
                </c:pt>
                <c:pt idx="26">
                  <c:v>13.568173483254739</c:v>
                </c:pt>
                <c:pt idx="27">
                  <c:v>13.568173483254739</c:v>
                </c:pt>
                <c:pt idx="28">
                  <c:v>13.568173483254739</c:v>
                </c:pt>
                <c:pt idx="29">
                  <c:v>13.568173483254739</c:v>
                </c:pt>
                <c:pt idx="30">
                  <c:v>13.568173483254739</c:v>
                </c:pt>
                <c:pt idx="31">
                  <c:v>13.568173483254739</c:v>
                </c:pt>
                <c:pt idx="32">
                  <c:v>13.568173483254739</c:v>
                </c:pt>
                <c:pt idx="33">
                  <c:v>13.568173483254739</c:v>
                </c:pt>
                <c:pt idx="34">
                  <c:v>13.568173483254739</c:v>
                </c:pt>
                <c:pt idx="35">
                  <c:v>13.568173483254739</c:v>
                </c:pt>
                <c:pt idx="36">
                  <c:v>13.568173483254739</c:v>
                </c:pt>
                <c:pt idx="37">
                  <c:v>13.568173483254739</c:v>
                </c:pt>
                <c:pt idx="38">
                  <c:v>13.568173483254739</c:v>
                </c:pt>
                <c:pt idx="39">
                  <c:v>13.568173483254739</c:v>
                </c:pt>
                <c:pt idx="40">
                  <c:v>13.568173483254739</c:v>
                </c:pt>
                <c:pt idx="41">
                  <c:v>13.568173483254739</c:v>
                </c:pt>
                <c:pt idx="42">
                  <c:v>13.568173483254739</c:v>
                </c:pt>
                <c:pt idx="43">
                  <c:v>13.568173483254739</c:v>
                </c:pt>
                <c:pt idx="44">
                  <c:v>13.568173483254739</c:v>
                </c:pt>
                <c:pt idx="45">
                  <c:v>13.568173483254739</c:v>
                </c:pt>
                <c:pt idx="46">
                  <c:v>13.568173483254739</c:v>
                </c:pt>
                <c:pt idx="47">
                  <c:v>13.568173483254739</c:v>
                </c:pt>
                <c:pt idx="48">
                  <c:v>13.568173483254739</c:v>
                </c:pt>
                <c:pt idx="49">
                  <c:v>13.568173483254739</c:v>
                </c:pt>
                <c:pt idx="50">
                  <c:v>13.568173483254739</c:v>
                </c:pt>
                <c:pt idx="51">
                  <c:v>13.568173483254739</c:v>
                </c:pt>
              </c:numCache>
            </c:numRef>
          </c:val>
          <c:smooth val="0"/>
          <c:extLst>
            <c:ext xmlns:c16="http://schemas.microsoft.com/office/drawing/2014/chart" uri="{C3380CC4-5D6E-409C-BE32-E72D297353CC}">
              <c16:uniqueId val="{00000002-2997-443E-9A36-23519BFEA3C4}"/>
            </c:ext>
          </c:extLst>
        </c:ser>
        <c:ser>
          <c:idx val="2"/>
          <c:order val="2"/>
          <c:tx>
            <c:strRef>
              <c:f>'CA Eff N'!$D$2</c:f>
              <c:strCache>
                <c:ptCount val="1"/>
                <c:pt idx="0">
                  <c:v>Effectifs</c:v>
                </c:pt>
              </c:strCache>
            </c:strRef>
          </c:tx>
          <c:spPr>
            <a:ln w="28575" cap="rnd">
              <a:solidFill>
                <a:schemeClr val="accent1"/>
              </a:solidFill>
              <a:round/>
            </a:ln>
            <a:effectLst/>
          </c:spPr>
          <c:marker>
            <c:symbol val="none"/>
          </c:marker>
          <c:dLbls>
            <c:dLbl>
              <c:idx val="5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997-443E-9A36-23519BFEA3C4}"/>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'CA Eff N'!$A$7:$A$60</c:f>
              <c:numCache>
                <c:formatCode>m/d/yyyy</c:formatCode>
                <c:ptCount val="54"/>
                <c:pt idx="0">
                  <c:v>36647</c:v>
                </c:pt>
                <c:pt idx="1">
                  <c:v>36831</c:v>
                </c:pt>
                <c:pt idx="2">
                  <c:v>37012</c:v>
                </c:pt>
                <c:pt idx="3">
                  <c:v>37196</c:v>
                </c:pt>
                <c:pt idx="4">
                  <c:v>37377</c:v>
                </c:pt>
                <c:pt idx="5">
                  <c:v>37561</c:v>
                </c:pt>
                <c:pt idx="6">
                  <c:v>37742</c:v>
                </c:pt>
                <c:pt idx="7">
                  <c:v>37926</c:v>
                </c:pt>
                <c:pt idx="8">
                  <c:v>38108</c:v>
                </c:pt>
                <c:pt idx="9">
                  <c:v>38292</c:v>
                </c:pt>
                <c:pt idx="10">
                  <c:v>38473</c:v>
                </c:pt>
                <c:pt idx="11">
                  <c:v>38657</c:v>
                </c:pt>
                <c:pt idx="12">
                  <c:v>38838</c:v>
                </c:pt>
                <c:pt idx="13">
                  <c:v>39022</c:v>
                </c:pt>
                <c:pt idx="14">
                  <c:v>39203</c:v>
                </c:pt>
                <c:pt idx="15">
                  <c:v>39387</c:v>
                </c:pt>
                <c:pt idx="16">
                  <c:v>39569</c:v>
                </c:pt>
                <c:pt idx="17">
                  <c:v>39753</c:v>
                </c:pt>
                <c:pt idx="18">
                  <c:v>39934</c:v>
                </c:pt>
                <c:pt idx="19">
                  <c:v>40118</c:v>
                </c:pt>
                <c:pt idx="20">
                  <c:v>40299</c:v>
                </c:pt>
                <c:pt idx="21">
                  <c:v>40483</c:v>
                </c:pt>
                <c:pt idx="22">
                  <c:v>40664</c:v>
                </c:pt>
                <c:pt idx="23">
                  <c:v>40848</c:v>
                </c:pt>
                <c:pt idx="24">
                  <c:v>41030</c:v>
                </c:pt>
                <c:pt idx="25">
                  <c:v>41214</c:v>
                </c:pt>
                <c:pt idx="26">
                  <c:v>41395</c:v>
                </c:pt>
                <c:pt idx="27">
                  <c:v>41579</c:v>
                </c:pt>
                <c:pt idx="28">
                  <c:v>41760</c:v>
                </c:pt>
                <c:pt idx="29">
                  <c:v>41944</c:v>
                </c:pt>
                <c:pt idx="30">
                  <c:v>42125</c:v>
                </c:pt>
                <c:pt idx="31">
                  <c:v>42309</c:v>
                </c:pt>
                <c:pt idx="32">
                  <c:v>42491</c:v>
                </c:pt>
                <c:pt idx="33">
                  <c:v>42675</c:v>
                </c:pt>
                <c:pt idx="34">
                  <c:v>42856</c:v>
                </c:pt>
                <c:pt idx="35">
                  <c:v>43040</c:v>
                </c:pt>
                <c:pt idx="36">
                  <c:v>43221</c:v>
                </c:pt>
                <c:pt idx="37">
                  <c:v>43405</c:v>
                </c:pt>
                <c:pt idx="38">
                  <c:v>43586</c:v>
                </c:pt>
                <c:pt idx="39">
                  <c:v>43770</c:v>
                </c:pt>
                <c:pt idx="40">
                  <c:v>43952</c:v>
                </c:pt>
                <c:pt idx="41">
                  <c:v>44136</c:v>
                </c:pt>
                <c:pt idx="42">
                  <c:v>44317</c:v>
                </c:pt>
                <c:pt idx="43">
                  <c:v>44501</c:v>
                </c:pt>
                <c:pt idx="44">
                  <c:v>44682</c:v>
                </c:pt>
                <c:pt idx="45">
                  <c:v>44866</c:v>
                </c:pt>
                <c:pt idx="46">
                  <c:v>45047</c:v>
                </c:pt>
                <c:pt idx="47">
                  <c:v>45231</c:v>
                </c:pt>
                <c:pt idx="48">
                  <c:v>45413</c:v>
                </c:pt>
                <c:pt idx="49">
                  <c:v>45597</c:v>
                </c:pt>
                <c:pt idx="50">
                  <c:v>45778</c:v>
                </c:pt>
                <c:pt idx="51">
                  <c:v>45962</c:v>
                </c:pt>
                <c:pt idx="52">
                  <c:v>46143</c:v>
                </c:pt>
                <c:pt idx="53">
                  <c:v>46327</c:v>
                </c:pt>
              </c:numCache>
            </c:numRef>
          </c:cat>
          <c:val>
            <c:numRef>
              <c:f>'CA Eff N'!$D$7:$D$60</c:f>
              <c:numCache>
                <c:formatCode>0</c:formatCode>
                <c:ptCount val="54"/>
                <c:pt idx="0">
                  <c:v>23.9195979899498</c:v>
                </c:pt>
                <c:pt idx="1">
                  <c:v>30.5527638190955</c:v>
                </c:pt>
                <c:pt idx="2">
                  <c:v>18.108651911468801</c:v>
                </c:pt>
                <c:pt idx="3">
                  <c:v>23.464249748237702</c:v>
                </c:pt>
                <c:pt idx="4">
                  <c:v>10.4040404040404</c:v>
                </c:pt>
                <c:pt idx="5">
                  <c:v>9.5959595959596005</c:v>
                </c:pt>
                <c:pt idx="6">
                  <c:v>0.60362173038229705</c:v>
                </c:pt>
                <c:pt idx="7">
                  <c:v>2.5176233635448102</c:v>
                </c:pt>
                <c:pt idx="8">
                  <c:v>2.01816347124117</c:v>
                </c:pt>
                <c:pt idx="9">
                  <c:v>8.0563947633434108</c:v>
                </c:pt>
                <c:pt idx="10">
                  <c:v>4.1206030150753801</c:v>
                </c:pt>
                <c:pt idx="11">
                  <c:v>9.2648539778449095</c:v>
                </c:pt>
                <c:pt idx="12">
                  <c:v>12.0445344129555</c:v>
                </c:pt>
                <c:pt idx="13">
                  <c:v>13.4808853118712</c:v>
                </c:pt>
                <c:pt idx="14">
                  <c:v>13.7826961770624</c:v>
                </c:pt>
                <c:pt idx="15">
                  <c:v>16.414904330312201</c:v>
                </c:pt>
                <c:pt idx="16">
                  <c:v>10.998990918264401</c:v>
                </c:pt>
                <c:pt idx="17">
                  <c:v>5.5331991951710302</c:v>
                </c:pt>
                <c:pt idx="18">
                  <c:v>-17.303822937625799</c:v>
                </c:pt>
                <c:pt idx="19">
                  <c:v>-12.984615384615401</c:v>
                </c:pt>
                <c:pt idx="20">
                  <c:v>-3.5155001597954598</c:v>
                </c:pt>
                <c:pt idx="21">
                  <c:v>5.8596073765615699</c:v>
                </c:pt>
                <c:pt idx="22">
                  <c:v>10.726351351351401</c:v>
                </c:pt>
                <c:pt idx="23">
                  <c:v>12.304428533545501</c:v>
                </c:pt>
                <c:pt idx="24">
                  <c:v>5.30265132566283</c:v>
                </c:pt>
                <c:pt idx="25">
                  <c:v>1.9663535066637501</c:v>
                </c:pt>
                <c:pt idx="26">
                  <c:v>-4.4237749546279499</c:v>
                </c:pt>
                <c:pt idx="27">
                  <c:v>-2.4320771253286599</c:v>
                </c:pt>
                <c:pt idx="28">
                  <c:v>1.5670910871694399</c:v>
                </c:pt>
                <c:pt idx="29">
                  <c:v>0.84287875513291499</c:v>
                </c:pt>
                <c:pt idx="30">
                  <c:v>1.3052438745133901</c:v>
                </c:pt>
                <c:pt idx="31">
                  <c:v>3.4233048057932902</c:v>
                </c:pt>
                <c:pt idx="32">
                  <c:v>4.5742753623188399</c:v>
                </c:pt>
                <c:pt idx="33">
                  <c:v>9.1537929444316397</c:v>
                </c:pt>
                <c:pt idx="34">
                  <c:v>12.8454916175804</c:v>
                </c:pt>
                <c:pt idx="35">
                  <c:v>17.379117028731599</c:v>
                </c:pt>
                <c:pt idx="36">
                  <c:v>14.901960784313699</c:v>
                </c:pt>
                <c:pt idx="37">
                  <c:v>15.9447249534946</c:v>
                </c:pt>
                <c:pt idx="38">
                  <c:v>14.500741997032</c:v>
                </c:pt>
                <c:pt idx="39">
                  <c:v>18.9422180801491</c:v>
                </c:pt>
                <c:pt idx="40">
                  <c:v>-10.907438266929301</c:v>
                </c:pt>
                <c:pt idx="41">
                  <c:v>-7.2808033989957499</c:v>
                </c:pt>
                <c:pt idx="42">
                  <c:v>18.9875491480996</c:v>
                </c:pt>
                <c:pt idx="43">
                  <c:v>15.6583629893238</c:v>
                </c:pt>
                <c:pt idx="44">
                  <c:v>21.382289416846699</c:v>
                </c:pt>
                <c:pt idx="45">
                  <c:v>14.074074074074099</c:v>
                </c:pt>
                <c:pt idx="46">
                  <c:v>13.5501895829176</c:v>
                </c:pt>
                <c:pt idx="47">
                  <c:v>5.9811962392478497</c:v>
                </c:pt>
                <c:pt idx="48">
                  <c:v>9.2484423676012408</c:v>
                </c:pt>
                <c:pt idx="49">
                  <c:v>-1.1849769029925701</c:v>
                </c:pt>
                <c:pt idx="50">
                  <c:v>2.12404418011895</c:v>
                </c:pt>
                <c:pt idx="51">
                  <c:v>-3.98136382888607</c:v>
                </c:pt>
              </c:numCache>
            </c:numRef>
          </c:val>
          <c:smooth val="0"/>
          <c:extLst>
            <c:ext xmlns:c16="http://schemas.microsoft.com/office/drawing/2014/chart" uri="{C3380CC4-5D6E-409C-BE32-E72D297353CC}">
              <c16:uniqueId val="{00000004-2997-443E-9A36-23519BFEA3C4}"/>
            </c:ext>
          </c:extLst>
        </c:ser>
        <c:ser>
          <c:idx val="3"/>
          <c:order val="3"/>
          <c:tx>
            <c:strRef>
              <c:f>'CA Eff N'!$E$2</c:f>
              <c:strCache>
                <c:ptCount val="1"/>
                <c:pt idx="0">
                  <c:v>Moyenne 2000-2024</c:v>
                </c:pt>
              </c:strCache>
            </c:strRef>
          </c:tx>
          <c:spPr>
            <a:ln w="28575" cap="rnd">
              <a:solidFill>
                <a:schemeClr val="accent1"/>
              </a:solidFill>
              <a:prstDash val="sysDot"/>
              <a:round/>
            </a:ln>
            <a:effectLst/>
          </c:spPr>
          <c:marker>
            <c:symbol val="none"/>
          </c:marker>
          <c:cat>
            <c:numRef>
              <c:f>'CA Eff N'!$A$7:$A$60</c:f>
              <c:numCache>
                <c:formatCode>m/d/yyyy</c:formatCode>
                <c:ptCount val="54"/>
                <c:pt idx="0">
                  <c:v>36647</c:v>
                </c:pt>
                <c:pt idx="1">
                  <c:v>36831</c:v>
                </c:pt>
                <c:pt idx="2">
                  <c:v>37012</c:v>
                </c:pt>
                <c:pt idx="3">
                  <c:v>37196</c:v>
                </c:pt>
                <c:pt idx="4">
                  <c:v>37377</c:v>
                </c:pt>
                <c:pt idx="5">
                  <c:v>37561</c:v>
                </c:pt>
                <c:pt idx="6">
                  <c:v>37742</c:v>
                </c:pt>
                <c:pt idx="7">
                  <c:v>37926</c:v>
                </c:pt>
                <c:pt idx="8">
                  <c:v>38108</c:v>
                </c:pt>
                <c:pt idx="9">
                  <c:v>38292</c:v>
                </c:pt>
                <c:pt idx="10">
                  <c:v>38473</c:v>
                </c:pt>
                <c:pt idx="11">
                  <c:v>38657</c:v>
                </c:pt>
                <c:pt idx="12">
                  <c:v>38838</c:v>
                </c:pt>
                <c:pt idx="13">
                  <c:v>39022</c:v>
                </c:pt>
                <c:pt idx="14">
                  <c:v>39203</c:v>
                </c:pt>
                <c:pt idx="15">
                  <c:v>39387</c:v>
                </c:pt>
                <c:pt idx="16">
                  <c:v>39569</c:v>
                </c:pt>
                <c:pt idx="17">
                  <c:v>39753</c:v>
                </c:pt>
                <c:pt idx="18">
                  <c:v>39934</c:v>
                </c:pt>
                <c:pt idx="19">
                  <c:v>40118</c:v>
                </c:pt>
                <c:pt idx="20">
                  <c:v>40299</c:v>
                </c:pt>
                <c:pt idx="21">
                  <c:v>40483</c:v>
                </c:pt>
                <c:pt idx="22">
                  <c:v>40664</c:v>
                </c:pt>
                <c:pt idx="23">
                  <c:v>40848</c:v>
                </c:pt>
                <c:pt idx="24">
                  <c:v>41030</c:v>
                </c:pt>
                <c:pt idx="25">
                  <c:v>41214</c:v>
                </c:pt>
                <c:pt idx="26">
                  <c:v>41395</c:v>
                </c:pt>
                <c:pt idx="27">
                  <c:v>41579</c:v>
                </c:pt>
                <c:pt idx="28">
                  <c:v>41760</c:v>
                </c:pt>
                <c:pt idx="29">
                  <c:v>41944</c:v>
                </c:pt>
                <c:pt idx="30">
                  <c:v>42125</c:v>
                </c:pt>
                <c:pt idx="31">
                  <c:v>42309</c:v>
                </c:pt>
                <c:pt idx="32">
                  <c:v>42491</c:v>
                </c:pt>
                <c:pt idx="33">
                  <c:v>42675</c:v>
                </c:pt>
                <c:pt idx="34">
                  <c:v>42856</c:v>
                </c:pt>
                <c:pt idx="35">
                  <c:v>43040</c:v>
                </c:pt>
                <c:pt idx="36">
                  <c:v>43221</c:v>
                </c:pt>
                <c:pt idx="37">
                  <c:v>43405</c:v>
                </c:pt>
                <c:pt idx="38">
                  <c:v>43586</c:v>
                </c:pt>
                <c:pt idx="39">
                  <c:v>43770</c:v>
                </c:pt>
                <c:pt idx="40">
                  <c:v>43952</c:v>
                </c:pt>
                <c:pt idx="41">
                  <c:v>44136</c:v>
                </c:pt>
                <c:pt idx="42">
                  <c:v>44317</c:v>
                </c:pt>
                <c:pt idx="43">
                  <c:v>44501</c:v>
                </c:pt>
                <c:pt idx="44">
                  <c:v>44682</c:v>
                </c:pt>
                <c:pt idx="45">
                  <c:v>44866</c:v>
                </c:pt>
                <c:pt idx="46">
                  <c:v>45047</c:v>
                </c:pt>
                <c:pt idx="47">
                  <c:v>45231</c:v>
                </c:pt>
                <c:pt idx="48">
                  <c:v>45413</c:v>
                </c:pt>
                <c:pt idx="49">
                  <c:v>45597</c:v>
                </c:pt>
                <c:pt idx="50">
                  <c:v>45778</c:v>
                </c:pt>
                <c:pt idx="51">
                  <c:v>45962</c:v>
                </c:pt>
                <c:pt idx="52">
                  <c:v>46143</c:v>
                </c:pt>
                <c:pt idx="53">
                  <c:v>46327</c:v>
                </c:pt>
              </c:numCache>
            </c:numRef>
          </c:cat>
          <c:val>
            <c:numRef>
              <c:f>'CA Eff N'!$E$7:$E$60</c:f>
              <c:numCache>
                <c:formatCode>0</c:formatCode>
                <c:ptCount val="54"/>
                <c:pt idx="0">
                  <c:v>8.1054212441493263</c:v>
                </c:pt>
                <c:pt idx="1">
                  <c:v>8.1054212441493263</c:v>
                </c:pt>
                <c:pt idx="2">
                  <c:v>8.1054212441493263</c:v>
                </c:pt>
                <c:pt idx="3">
                  <c:v>8.1054212441493263</c:v>
                </c:pt>
                <c:pt idx="4">
                  <c:v>8.1054212441493263</c:v>
                </c:pt>
                <c:pt idx="5">
                  <c:v>8.1054212441493263</c:v>
                </c:pt>
                <c:pt idx="6">
                  <c:v>8.1054212441493263</c:v>
                </c:pt>
                <c:pt idx="7">
                  <c:v>8.1054212441493263</c:v>
                </c:pt>
                <c:pt idx="8">
                  <c:v>8.1054212441493263</c:v>
                </c:pt>
                <c:pt idx="9">
                  <c:v>8.1054212441493263</c:v>
                </c:pt>
                <c:pt idx="10">
                  <c:v>8.1054212441493263</c:v>
                </c:pt>
                <c:pt idx="11">
                  <c:v>8.1054212441493263</c:v>
                </c:pt>
                <c:pt idx="12">
                  <c:v>8.1054212441493263</c:v>
                </c:pt>
                <c:pt idx="13">
                  <c:v>8.1054212441493263</c:v>
                </c:pt>
                <c:pt idx="14">
                  <c:v>8.1054212441493263</c:v>
                </c:pt>
                <c:pt idx="15">
                  <c:v>8.1054212441493263</c:v>
                </c:pt>
                <c:pt idx="16">
                  <c:v>8.1054212441493263</c:v>
                </c:pt>
                <c:pt idx="17">
                  <c:v>8.1054212441493263</c:v>
                </c:pt>
                <c:pt idx="18">
                  <c:v>8.1054212441493263</c:v>
                </c:pt>
                <c:pt idx="19">
                  <c:v>8.1054212441493263</c:v>
                </c:pt>
                <c:pt idx="20">
                  <c:v>8.1054212441493263</c:v>
                </c:pt>
                <c:pt idx="21">
                  <c:v>8.1054212441493263</c:v>
                </c:pt>
                <c:pt idx="22">
                  <c:v>8.1054212441493263</c:v>
                </c:pt>
                <c:pt idx="23">
                  <c:v>8.1054212441493263</c:v>
                </c:pt>
                <c:pt idx="24">
                  <c:v>8.1054212441493263</c:v>
                </c:pt>
                <c:pt idx="25">
                  <c:v>8.1054212441493263</c:v>
                </c:pt>
                <c:pt idx="26">
                  <c:v>8.1054212441493263</c:v>
                </c:pt>
                <c:pt idx="27">
                  <c:v>8.1054212441493263</c:v>
                </c:pt>
                <c:pt idx="28">
                  <c:v>8.1054212441493263</c:v>
                </c:pt>
                <c:pt idx="29">
                  <c:v>8.1054212441493263</c:v>
                </c:pt>
                <c:pt idx="30">
                  <c:v>8.1054212441493263</c:v>
                </c:pt>
                <c:pt idx="31">
                  <c:v>8.1054212441493263</c:v>
                </c:pt>
                <c:pt idx="32">
                  <c:v>8.1054212441493263</c:v>
                </c:pt>
                <c:pt idx="33">
                  <c:v>8.1054212441493263</c:v>
                </c:pt>
                <c:pt idx="34">
                  <c:v>8.1054212441493263</c:v>
                </c:pt>
                <c:pt idx="35">
                  <c:v>8.1054212441493263</c:v>
                </c:pt>
                <c:pt idx="36">
                  <c:v>8.1054212441493263</c:v>
                </c:pt>
                <c:pt idx="37">
                  <c:v>8.1054212441493263</c:v>
                </c:pt>
                <c:pt idx="38">
                  <c:v>8.1054212441493263</c:v>
                </c:pt>
                <c:pt idx="39">
                  <c:v>8.1054212441493263</c:v>
                </c:pt>
                <c:pt idx="40">
                  <c:v>8.1054212441493263</c:v>
                </c:pt>
                <c:pt idx="41">
                  <c:v>8.1054212441493263</c:v>
                </c:pt>
                <c:pt idx="42">
                  <c:v>8.1054212441493263</c:v>
                </c:pt>
                <c:pt idx="43">
                  <c:v>8.1054212441493263</c:v>
                </c:pt>
                <c:pt idx="44">
                  <c:v>8.1054212441493263</c:v>
                </c:pt>
                <c:pt idx="45">
                  <c:v>8.1054212441493263</c:v>
                </c:pt>
                <c:pt idx="46">
                  <c:v>8.1054212441493263</c:v>
                </c:pt>
                <c:pt idx="47">
                  <c:v>8.1054212441493263</c:v>
                </c:pt>
                <c:pt idx="48">
                  <c:v>8.1054212441493263</c:v>
                </c:pt>
                <c:pt idx="49">
                  <c:v>8.1054212441493263</c:v>
                </c:pt>
                <c:pt idx="50">
                  <c:v>8.1054212441493263</c:v>
                </c:pt>
                <c:pt idx="51">
                  <c:v>8.1054212441493263</c:v>
                </c:pt>
              </c:numCache>
            </c:numRef>
          </c:val>
          <c:smooth val="0"/>
          <c:extLst>
            <c:ext xmlns:c16="http://schemas.microsoft.com/office/drawing/2014/chart" uri="{C3380CC4-5D6E-409C-BE32-E72D297353CC}">
              <c16:uniqueId val="{00000005-2997-443E-9A36-23519BFEA3C4}"/>
            </c:ext>
          </c:extLst>
        </c:ser>
        <c:dLbls>
          <c:showLegendKey val="0"/>
          <c:showVal val="0"/>
          <c:showCatName val="0"/>
          <c:showSerName val="0"/>
          <c:showPercent val="0"/>
          <c:showBubbleSize val="0"/>
        </c:dLbls>
        <c:smooth val="0"/>
        <c:axId val="1081860392"/>
        <c:axId val="1081857112"/>
      </c:lineChart>
      <c:dateAx>
        <c:axId val="1081860392"/>
        <c:scaling>
          <c:orientation val="minMax"/>
          <c:max val="45962"/>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081857112"/>
        <c:crosses val="autoZero"/>
        <c:auto val="1"/>
        <c:lblOffset val="100"/>
        <c:baseTimeUnit val="months"/>
        <c:majorUnit val="24"/>
        <c:majorTimeUnit val="months"/>
      </c:dateAx>
      <c:valAx>
        <c:axId val="1081857112"/>
        <c:scaling>
          <c:orientation val="minMax"/>
          <c:min val="-6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081860392"/>
        <c:crosses val="autoZero"/>
        <c:crossBetween val="between"/>
      </c:valAx>
      <c:spPr>
        <a:noFill/>
        <a:ln>
          <a:noFill/>
        </a:ln>
        <a:effectLst/>
      </c:spPr>
    </c:plotArea>
    <c:legend>
      <c:legendPos val="b"/>
      <c:layout>
        <c:manualLayout>
          <c:xMode val="edge"/>
          <c:yMode val="edge"/>
          <c:x val="0.15393820090670485"/>
          <c:y val="0.88311876560547486"/>
          <c:w val="0.66182056788356003"/>
          <c:h val="0.1168812343945252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solidFill>
            <a:schemeClr val="tx1"/>
          </a:solidFill>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010016442950817E-2"/>
          <c:y val="5.1289073958697792E-2"/>
          <c:w val="0.87384478989926773"/>
          <c:h val="0.67611372002920955"/>
        </c:manualLayout>
      </c:layout>
      <c:lineChart>
        <c:grouping val="standard"/>
        <c:varyColors val="0"/>
        <c:ser>
          <c:idx val="0"/>
          <c:order val="0"/>
          <c:tx>
            <c:strRef>
              <c:f>'Carnets de commande'!$B$2</c:f>
              <c:strCache>
                <c:ptCount val="1"/>
                <c:pt idx="0">
                  <c:v>6 derniers mois</c:v>
                </c:pt>
              </c:strCache>
            </c:strRef>
          </c:tx>
          <c:spPr>
            <a:ln w="22225" cap="rnd">
              <a:solidFill>
                <a:schemeClr val="tx2"/>
              </a:solidFill>
              <a:round/>
            </a:ln>
            <a:effectLst/>
          </c:spPr>
          <c:marker>
            <c:symbol val="none"/>
          </c:marker>
          <c:dLbls>
            <c:dLbl>
              <c:idx val="5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E20-428A-9E8B-35F6CBD7748D}"/>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2"/>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'Carnets de commande'!$A$3:$A$58</c:f>
              <c:numCache>
                <c:formatCode>m/d/yyyy</c:formatCode>
                <c:ptCount val="56"/>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numCache>
            </c:numRef>
          </c:cat>
          <c:val>
            <c:numRef>
              <c:f>'Carnets de commande'!$B$3:$B$58</c:f>
              <c:numCache>
                <c:formatCode>0</c:formatCode>
                <c:ptCount val="56"/>
                <c:pt idx="0">
                  <c:v>13.349814585908501</c:v>
                </c:pt>
                <c:pt idx="1">
                  <c:v>7.9136690647482002</c:v>
                </c:pt>
                <c:pt idx="2">
                  <c:v>2.3980815347721798</c:v>
                </c:pt>
                <c:pt idx="3">
                  <c:v>19.4312796208531</c:v>
                </c:pt>
                <c:pt idx="4">
                  <c:v>30.2646720368239</c:v>
                </c:pt>
                <c:pt idx="5">
                  <c:v>30.796252927400499</c:v>
                </c:pt>
                <c:pt idx="6">
                  <c:v>17.7856301531213</c:v>
                </c:pt>
                <c:pt idx="7">
                  <c:v>-0.80183276059564401</c:v>
                </c:pt>
                <c:pt idx="8">
                  <c:v>-9.3500570125427593</c:v>
                </c:pt>
                <c:pt idx="9">
                  <c:v>-12.9142857142857</c:v>
                </c:pt>
                <c:pt idx="10">
                  <c:v>-20.744081172491502</c:v>
                </c:pt>
                <c:pt idx="11">
                  <c:v>-14.285714285714301</c:v>
                </c:pt>
                <c:pt idx="12">
                  <c:v>-12.228571428571399</c:v>
                </c:pt>
                <c:pt idx="13">
                  <c:v>-5.2511415525114096</c:v>
                </c:pt>
                <c:pt idx="14">
                  <c:v>-8.8331515812431896</c:v>
                </c:pt>
                <c:pt idx="15">
                  <c:v>-2.3783783783783798</c:v>
                </c:pt>
                <c:pt idx="16">
                  <c:v>7.5757575757575699</c:v>
                </c:pt>
                <c:pt idx="17">
                  <c:v>9.2572658772874092</c:v>
                </c:pt>
                <c:pt idx="18">
                  <c:v>13.852813852813799</c:v>
                </c:pt>
                <c:pt idx="19">
                  <c:v>13.0760986066452</c:v>
                </c:pt>
                <c:pt idx="20">
                  <c:v>4.5064377682403496</c:v>
                </c:pt>
                <c:pt idx="21">
                  <c:v>-17.395944503735301</c:v>
                </c:pt>
                <c:pt idx="22">
                  <c:v>-41.693121693121697</c:v>
                </c:pt>
                <c:pt idx="23">
                  <c:v>-36.1138370951914</c:v>
                </c:pt>
                <c:pt idx="24">
                  <c:v>-23.488773747841101</c:v>
                </c:pt>
                <c:pt idx="25">
                  <c:v>-11.0650510204082</c:v>
                </c:pt>
                <c:pt idx="26">
                  <c:v>-0.45358330813426001</c:v>
                </c:pt>
                <c:pt idx="27">
                  <c:v>-9.2045454545454497</c:v>
                </c:pt>
                <c:pt idx="28">
                  <c:v>-15.9957344708078</c:v>
                </c:pt>
                <c:pt idx="29">
                  <c:v>-26.7007197585326</c:v>
                </c:pt>
                <c:pt idx="30">
                  <c:v>-28.804480155831499</c:v>
                </c:pt>
                <c:pt idx="31">
                  <c:v>-26.889197960129799</c:v>
                </c:pt>
                <c:pt idx="32">
                  <c:v>-23.602484472049699</c:v>
                </c:pt>
                <c:pt idx="33">
                  <c:v>-28.1163434903047</c:v>
                </c:pt>
                <c:pt idx="34">
                  <c:v>-24.0193704600484</c:v>
                </c:pt>
                <c:pt idx="35">
                  <c:v>-18.416763678696199</c:v>
                </c:pt>
                <c:pt idx="36">
                  <c:v>-12.6516052318668</c:v>
                </c:pt>
                <c:pt idx="37">
                  <c:v>-9.4641101278269399</c:v>
                </c:pt>
                <c:pt idx="38">
                  <c:v>-1.8772563176895301</c:v>
                </c:pt>
                <c:pt idx="39">
                  <c:v>10.175438596491199</c:v>
                </c:pt>
                <c:pt idx="40">
                  <c:v>11.9451891569854</c:v>
                </c:pt>
                <c:pt idx="41">
                  <c:v>8.8869960249858</c:v>
                </c:pt>
                <c:pt idx="42">
                  <c:v>8.2231040564373892</c:v>
                </c:pt>
                <c:pt idx="43">
                  <c:v>5.9223300970873796</c:v>
                </c:pt>
                <c:pt idx="44">
                  <c:v>-27.419100236779801</c:v>
                </c:pt>
                <c:pt idx="45">
                  <c:v>-29.944838455476798</c:v>
                </c:pt>
                <c:pt idx="46">
                  <c:v>-0.66566816442003696</c:v>
                </c:pt>
                <c:pt idx="47">
                  <c:v>10.236852669610601</c:v>
                </c:pt>
                <c:pt idx="48">
                  <c:v>10.9940357852883</c:v>
                </c:pt>
                <c:pt idx="49">
                  <c:v>5.98987007267122</c:v>
                </c:pt>
                <c:pt idx="50">
                  <c:v>-0.58597696504344698</c:v>
                </c:pt>
                <c:pt idx="51">
                  <c:v>-10.809716599190301</c:v>
                </c:pt>
                <c:pt idx="52">
                  <c:v>-10.5647709320695</c:v>
                </c:pt>
                <c:pt idx="53">
                  <c:v>-21.210889882161698</c:v>
                </c:pt>
                <c:pt idx="54">
                  <c:v>-20.700773860705102</c:v>
                </c:pt>
                <c:pt idx="55">
                  <c:v>-22.203135065492798</c:v>
                </c:pt>
              </c:numCache>
            </c:numRef>
          </c:val>
          <c:smooth val="0"/>
          <c:extLst>
            <c:ext xmlns:c16="http://schemas.microsoft.com/office/drawing/2014/chart" uri="{C3380CC4-5D6E-409C-BE32-E72D297353CC}">
              <c16:uniqueId val="{00000001-BE20-428A-9E8B-35F6CBD7748D}"/>
            </c:ext>
          </c:extLst>
        </c:ser>
        <c:ser>
          <c:idx val="1"/>
          <c:order val="1"/>
          <c:tx>
            <c:strRef>
              <c:f>'Carnets de commande'!$C$2</c:f>
              <c:strCache>
                <c:ptCount val="1"/>
                <c:pt idx="0">
                  <c:v>Moyenne 2000-2024</c:v>
                </c:pt>
              </c:strCache>
            </c:strRef>
          </c:tx>
          <c:spPr>
            <a:ln w="22225" cap="rnd">
              <a:solidFill>
                <a:schemeClr val="tx2"/>
              </a:solidFill>
              <a:prstDash val="sysDash"/>
              <a:round/>
            </a:ln>
            <a:effectLst/>
          </c:spPr>
          <c:marker>
            <c:symbol val="none"/>
          </c:marker>
          <c:cat>
            <c:numRef>
              <c:f>'Carnets de commande'!$A$3:$A$58</c:f>
              <c:numCache>
                <c:formatCode>m/d/yyyy</c:formatCode>
                <c:ptCount val="56"/>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numCache>
            </c:numRef>
          </c:cat>
          <c:val>
            <c:numRef>
              <c:f>'Carnets de commande'!$C$3:$C$58</c:f>
              <c:numCache>
                <c:formatCode>0</c:formatCode>
                <c:ptCount val="56"/>
                <c:pt idx="0">
                  <c:v>-6.8890470562118011</c:v>
                </c:pt>
                <c:pt idx="1">
                  <c:v>-6.8890470562118011</c:v>
                </c:pt>
                <c:pt idx="2">
                  <c:v>-6.8890470562118011</c:v>
                </c:pt>
                <c:pt idx="3">
                  <c:v>-6.8890470562118011</c:v>
                </c:pt>
                <c:pt idx="4">
                  <c:v>-6.8890470562118011</c:v>
                </c:pt>
                <c:pt idx="5">
                  <c:v>-6.8890470562118011</c:v>
                </c:pt>
                <c:pt idx="6">
                  <c:v>-6.8890470562118011</c:v>
                </c:pt>
                <c:pt idx="7">
                  <c:v>-6.8890470562118011</c:v>
                </c:pt>
                <c:pt idx="8">
                  <c:v>-6.8890470562118011</c:v>
                </c:pt>
                <c:pt idx="9">
                  <c:v>-6.8890470562118011</c:v>
                </c:pt>
                <c:pt idx="10">
                  <c:v>-6.8890470562118011</c:v>
                </c:pt>
                <c:pt idx="11">
                  <c:v>-6.8890470562118011</c:v>
                </c:pt>
                <c:pt idx="12">
                  <c:v>-6.8890470562118011</c:v>
                </c:pt>
                <c:pt idx="13">
                  <c:v>-6.8890470562118011</c:v>
                </c:pt>
                <c:pt idx="14">
                  <c:v>-6.8890470562118011</c:v>
                </c:pt>
                <c:pt idx="15">
                  <c:v>-6.8890470562118011</c:v>
                </c:pt>
                <c:pt idx="16">
                  <c:v>-6.8890470562118011</c:v>
                </c:pt>
                <c:pt idx="17">
                  <c:v>-6.8890470562118011</c:v>
                </c:pt>
                <c:pt idx="18">
                  <c:v>-6.8890470562118011</c:v>
                </c:pt>
                <c:pt idx="19">
                  <c:v>-6.8890470562118011</c:v>
                </c:pt>
                <c:pt idx="20">
                  <c:v>-6.8890470562118011</c:v>
                </c:pt>
                <c:pt idx="21">
                  <c:v>-6.8890470562118011</c:v>
                </c:pt>
                <c:pt idx="22">
                  <c:v>-6.8890470562118011</c:v>
                </c:pt>
                <c:pt idx="23">
                  <c:v>-6.8890470562118011</c:v>
                </c:pt>
                <c:pt idx="24">
                  <c:v>-6.8890470562118011</c:v>
                </c:pt>
                <c:pt idx="25">
                  <c:v>-6.8890470562118011</c:v>
                </c:pt>
                <c:pt idx="26">
                  <c:v>-6.8890470562118011</c:v>
                </c:pt>
                <c:pt idx="27">
                  <c:v>-6.8890470562118011</c:v>
                </c:pt>
                <c:pt idx="28">
                  <c:v>-6.8890470562118011</c:v>
                </c:pt>
                <c:pt idx="29">
                  <c:v>-6.8890470562118011</c:v>
                </c:pt>
                <c:pt idx="30">
                  <c:v>-6.8890470562118011</c:v>
                </c:pt>
                <c:pt idx="31">
                  <c:v>-6.8890470562118011</c:v>
                </c:pt>
                <c:pt idx="32">
                  <c:v>-6.8890470562118011</c:v>
                </c:pt>
                <c:pt idx="33">
                  <c:v>-6.8890470562118011</c:v>
                </c:pt>
                <c:pt idx="34">
                  <c:v>-6.8890470562118011</c:v>
                </c:pt>
                <c:pt idx="35">
                  <c:v>-6.8890470562118011</c:v>
                </c:pt>
                <c:pt idx="36">
                  <c:v>-6.8890470562118011</c:v>
                </c:pt>
                <c:pt idx="37">
                  <c:v>-6.8890470562118011</c:v>
                </c:pt>
                <c:pt idx="38">
                  <c:v>-6.8890470562118011</c:v>
                </c:pt>
                <c:pt idx="39">
                  <c:v>-6.8890470562118011</c:v>
                </c:pt>
                <c:pt idx="40">
                  <c:v>-6.8890470562118011</c:v>
                </c:pt>
                <c:pt idx="41">
                  <c:v>-6.8890470562118011</c:v>
                </c:pt>
                <c:pt idx="42">
                  <c:v>-6.8890470562118011</c:v>
                </c:pt>
                <c:pt idx="43">
                  <c:v>-6.8890470562118011</c:v>
                </c:pt>
                <c:pt idx="44">
                  <c:v>-6.8890470562118011</c:v>
                </c:pt>
                <c:pt idx="45">
                  <c:v>-6.8890470562118011</c:v>
                </c:pt>
                <c:pt idx="46">
                  <c:v>-6.8890470562118011</c:v>
                </c:pt>
                <c:pt idx="47">
                  <c:v>-6.8890470562118011</c:v>
                </c:pt>
                <c:pt idx="48">
                  <c:v>-6.8890470562118011</c:v>
                </c:pt>
                <c:pt idx="49">
                  <c:v>-6.8890470562118011</c:v>
                </c:pt>
                <c:pt idx="50">
                  <c:v>-6.8890470562118011</c:v>
                </c:pt>
                <c:pt idx="51">
                  <c:v>-6.8890470562118011</c:v>
                </c:pt>
                <c:pt idx="52">
                  <c:v>-6.8890470562118011</c:v>
                </c:pt>
                <c:pt idx="53">
                  <c:v>-6.8890470562118011</c:v>
                </c:pt>
                <c:pt idx="54">
                  <c:v>-6.8890470562118011</c:v>
                </c:pt>
                <c:pt idx="55">
                  <c:v>-6.8890470562118011</c:v>
                </c:pt>
              </c:numCache>
            </c:numRef>
          </c:val>
          <c:smooth val="0"/>
          <c:extLst>
            <c:ext xmlns:c16="http://schemas.microsoft.com/office/drawing/2014/chart" uri="{C3380CC4-5D6E-409C-BE32-E72D297353CC}">
              <c16:uniqueId val="{00000002-BE20-428A-9E8B-35F6CBD7748D}"/>
            </c:ext>
          </c:extLst>
        </c:ser>
        <c:dLbls>
          <c:showLegendKey val="0"/>
          <c:showVal val="0"/>
          <c:showCatName val="0"/>
          <c:showSerName val="0"/>
          <c:showPercent val="0"/>
          <c:showBubbleSize val="0"/>
        </c:dLbls>
        <c:smooth val="0"/>
        <c:axId val="1080892607"/>
        <c:axId val="1080893087"/>
        <c:extLst>
          <c:ext xmlns:c15="http://schemas.microsoft.com/office/drawing/2012/chart" uri="{02D57815-91ED-43cb-92C2-25804820EDAC}">
            <c15:filteredLineSeries>
              <c15:ser>
                <c:idx val="2"/>
                <c:order val="2"/>
                <c:tx>
                  <c:strRef>
                    <c:extLst>
                      <c:ext uri="{02D57815-91ED-43cb-92C2-25804820EDAC}">
                        <c15:formulaRef>
                          <c15:sqref>'Carnets de commande'!$D$2</c15:sqref>
                        </c15:formulaRef>
                      </c:ext>
                    </c:extLst>
                    <c:strCache>
                      <c:ptCount val="1"/>
                      <c:pt idx="0">
                        <c:v>6 prochains mois</c:v>
                      </c:pt>
                    </c:strCache>
                  </c:strRef>
                </c:tx>
                <c:spPr>
                  <a:ln w="22225" cap="rnd">
                    <a:solidFill>
                      <a:schemeClr val="accent1"/>
                    </a:solidFill>
                    <a:round/>
                  </a:ln>
                  <a:effectLst/>
                </c:spPr>
                <c:marker>
                  <c:symbol val="none"/>
                </c:marker>
                <c:dLbls>
                  <c:dLbl>
                    <c:idx val="55"/>
                    <c:showLegendKey val="0"/>
                    <c:showVal val="1"/>
                    <c:showCatName val="0"/>
                    <c:showSerName val="0"/>
                    <c:showPercent val="0"/>
                    <c:showBubbleSize val="0"/>
                    <c:extLst>
                      <c:ext uri="{CE6537A1-D6FC-4f65-9D91-7224C49458BB}"/>
                      <c:ext xmlns:c16="http://schemas.microsoft.com/office/drawing/2014/chart" uri="{C3380CC4-5D6E-409C-BE32-E72D297353CC}">
                        <c16:uniqueId val="{00000003-BE20-428A-9E8B-35F6CBD7748D}"/>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fr-FR"/>
                    </a:p>
                  </c:txPr>
                  <c:showLegendKey val="0"/>
                  <c:showVal val="0"/>
                  <c:showCatName val="0"/>
                  <c:showSerName val="0"/>
                  <c:showPercent val="0"/>
                  <c:showBubbleSize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numRef>
                    <c:extLst>
                      <c:ext uri="{02D57815-91ED-43cb-92C2-25804820EDAC}">
                        <c15:formulaRef>
                          <c15:sqref>'Carnets de commande'!$A$3:$A$58</c15:sqref>
                        </c15:formulaRef>
                      </c:ext>
                    </c:extLst>
                    <c:numCache>
                      <c:formatCode>m/d/yyyy</c:formatCode>
                      <c:ptCount val="56"/>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numCache>
                  </c:numRef>
                </c:cat>
                <c:val>
                  <c:numRef>
                    <c:extLst>
                      <c:ext uri="{02D57815-91ED-43cb-92C2-25804820EDAC}">
                        <c15:formulaRef>
                          <c15:sqref>'Carnets de commande'!$D$3:$D$58</c15:sqref>
                        </c15:formulaRef>
                      </c:ext>
                    </c:extLst>
                    <c:numCache>
                      <c:formatCode>0</c:formatCode>
                      <c:ptCount val="56"/>
                      <c:pt idx="0">
                        <c:v>20.0998751560549</c:v>
                      </c:pt>
                      <c:pt idx="1">
                        <c:v>8.2725060827250605</c:v>
                      </c:pt>
                      <c:pt idx="2">
                        <c:v>17.132442284325599</c:v>
                      </c:pt>
                      <c:pt idx="3">
                        <c:v>20.669056152927102</c:v>
                      </c:pt>
                      <c:pt idx="4">
                        <c:v>24.4779582366589</c:v>
                      </c:pt>
                      <c:pt idx="5">
                        <c:v>17.924528301886799</c:v>
                      </c:pt>
                      <c:pt idx="6">
                        <c:v>11.848341232227501</c:v>
                      </c:pt>
                      <c:pt idx="7">
                        <c:v>-9.2272202998846602</c:v>
                      </c:pt>
                      <c:pt idx="8">
                        <c:v>17.6674364896074</c:v>
                      </c:pt>
                      <c:pt idx="9">
                        <c:v>-2.8968713789107698</c:v>
                      </c:pt>
                      <c:pt idx="10">
                        <c:v>4.7945205479451998</c:v>
                      </c:pt>
                      <c:pt idx="11">
                        <c:v>11.0599078341014</c:v>
                      </c:pt>
                      <c:pt idx="12">
                        <c:v>11.175115207373301</c:v>
                      </c:pt>
                      <c:pt idx="13">
                        <c:v>4.8442906574394504</c:v>
                      </c:pt>
                      <c:pt idx="14">
                        <c:v>10.2310231023102</c:v>
                      </c:pt>
                      <c:pt idx="15">
                        <c:v>10.1196953210011</c:v>
                      </c:pt>
                      <c:pt idx="16">
                        <c:v>12.896174863388</c:v>
                      </c:pt>
                      <c:pt idx="17">
                        <c:v>13.7744034707158</c:v>
                      </c:pt>
                      <c:pt idx="18">
                        <c:v>18.892508143322502</c:v>
                      </c:pt>
                      <c:pt idx="19">
                        <c:v>11.2068965517241</c:v>
                      </c:pt>
                      <c:pt idx="20">
                        <c:v>4.6436285097192203</c:v>
                      </c:pt>
                      <c:pt idx="21">
                        <c:v>-34.8338692390139</c:v>
                      </c:pt>
                      <c:pt idx="22">
                        <c:v>-17.891373801916899</c:v>
                      </c:pt>
                      <c:pt idx="23">
                        <c:v>0.82290980908492295</c:v>
                      </c:pt>
                      <c:pt idx="24">
                        <c:v>8.8225078152136103</c:v>
                      </c:pt>
                      <c:pt idx="25">
                        <c:v>11.004170676932899</c:v>
                      </c:pt>
                      <c:pt idx="26">
                        <c:v>14.402917046490399</c:v>
                      </c:pt>
                      <c:pt idx="27">
                        <c:v>-12.1471343028229</c:v>
                      </c:pt>
                      <c:pt idx="28">
                        <c:v>-4.1867954911433198</c:v>
                      </c:pt>
                      <c:pt idx="29">
                        <c:v>-18.891746551320999</c:v>
                      </c:pt>
                      <c:pt idx="30">
                        <c:v>-10.093091621754001</c:v>
                      </c:pt>
                      <c:pt idx="31">
                        <c:v>-14.532306974574301</c:v>
                      </c:pt>
                      <c:pt idx="32">
                        <c:v>-0.39082855653986198</c:v>
                      </c:pt>
                      <c:pt idx="33">
                        <c:v>-12.6134512450547</c:v>
                      </c:pt>
                      <c:pt idx="34">
                        <c:v>4.5520934761441101</c:v>
                      </c:pt>
                      <c:pt idx="35">
                        <c:v>2.9948525970987401</c:v>
                      </c:pt>
                      <c:pt idx="36">
                        <c:v>6.2634472866363797</c:v>
                      </c:pt>
                      <c:pt idx="37">
                        <c:v>4.78657784357266</c:v>
                      </c:pt>
                      <c:pt idx="38">
                        <c:v>14.887436456063901</c:v>
                      </c:pt>
                      <c:pt idx="39">
                        <c:v>15.011315061604201</c:v>
                      </c:pt>
                      <c:pt idx="40">
                        <c:v>12.585949177877399</c:v>
                      </c:pt>
                      <c:pt idx="41">
                        <c:v>9.2202618099032403</c:v>
                      </c:pt>
                      <c:pt idx="42">
                        <c:v>10.8998452354632</c:v>
                      </c:pt>
                      <c:pt idx="43">
                        <c:v>7.7991713380453298</c:v>
                      </c:pt>
                      <c:pt idx="44">
                        <c:v>-18.811566571337799</c:v>
                      </c:pt>
                      <c:pt idx="45">
                        <c:v>-14.2181029382765</c:v>
                      </c:pt>
                      <c:pt idx="46">
                        <c:v>18.034430887514599</c:v>
                      </c:pt>
                      <c:pt idx="47">
                        <c:v>13.1631832797428</c:v>
                      </c:pt>
                      <c:pt idx="48">
                        <c:v>1.6556951924995</c:v>
                      </c:pt>
                      <c:pt idx="49">
                        <c:v>-8.1970835174547094</c:v>
                      </c:pt>
                      <c:pt idx="50">
                        <c:v>-1.3152569809793599</c:v>
                      </c:pt>
                      <c:pt idx="51">
                        <c:v>-9.2179902755267396</c:v>
                      </c:pt>
                      <c:pt idx="52">
                        <c:v>0.19758940920766599</c:v>
                      </c:pt>
                      <c:pt idx="53">
                        <c:v>-13.212170716765399</c:v>
                      </c:pt>
                      <c:pt idx="54">
                        <c:v>-1.03181427343079</c:v>
                      </c:pt>
                      <c:pt idx="55">
                        <c:v>-7.5032341526520003</c:v>
                      </c:pt>
                    </c:numCache>
                  </c:numRef>
                </c:val>
                <c:smooth val="0"/>
                <c:extLst>
                  <c:ext xmlns:c16="http://schemas.microsoft.com/office/drawing/2014/chart" uri="{C3380CC4-5D6E-409C-BE32-E72D297353CC}">
                    <c16:uniqueId val="{00000004-BE20-428A-9E8B-35F6CBD7748D}"/>
                  </c:ext>
                </c:extLst>
              </c15:ser>
            </c15:filteredLineSeries>
            <c15:filteredLineSeries>
              <c15:ser>
                <c:idx val="3"/>
                <c:order val="3"/>
                <c:tx>
                  <c:strRef>
                    <c:extLst xmlns:c15="http://schemas.microsoft.com/office/drawing/2012/chart">
                      <c:ext xmlns:c15="http://schemas.microsoft.com/office/drawing/2012/chart" uri="{02D57815-91ED-43cb-92C2-25804820EDAC}">
                        <c15:formulaRef>
                          <c15:sqref>'Carnets de commande'!$E$2</c15:sqref>
                        </c15:formulaRef>
                      </c:ext>
                    </c:extLst>
                    <c:strCache>
                      <c:ptCount val="1"/>
                      <c:pt idx="0">
                        <c:v>Moyenne 2000-2024</c:v>
                      </c:pt>
                    </c:strCache>
                  </c:strRef>
                </c:tx>
                <c:spPr>
                  <a:ln w="22225" cap="rnd">
                    <a:solidFill>
                      <a:schemeClr val="accent1"/>
                    </a:solidFill>
                    <a:prstDash val="sysDash"/>
                    <a:round/>
                  </a:ln>
                  <a:effectLst/>
                </c:spPr>
                <c:marker>
                  <c:symbol val="none"/>
                </c:marker>
                <c:cat>
                  <c:numRef>
                    <c:extLst xmlns:c15="http://schemas.microsoft.com/office/drawing/2012/chart">
                      <c:ext xmlns:c15="http://schemas.microsoft.com/office/drawing/2012/chart" uri="{02D57815-91ED-43cb-92C2-25804820EDAC}">
                        <c15:formulaRef>
                          <c15:sqref>'Carnets de commande'!$A$3:$A$58</c15:sqref>
                        </c15:formulaRef>
                      </c:ext>
                    </c:extLst>
                    <c:numCache>
                      <c:formatCode>m/d/yyyy</c:formatCode>
                      <c:ptCount val="56"/>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numCache>
                  </c:numRef>
                </c:cat>
                <c:val>
                  <c:numRef>
                    <c:extLst xmlns:c15="http://schemas.microsoft.com/office/drawing/2012/chart">
                      <c:ext xmlns:c15="http://schemas.microsoft.com/office/drawing/2012/chart" uri="{02D57815-91ED-43cb-92C2-25804820EDAC}">
                        <c15:formulaRef>
                          <c15:sqref>'Carnets de commande'!$E$3:$E$58</c15:sqref>
                        </c15:formulaRef>
                      </c:ext>
                    </c:extLst>
                    <c:numCache>
                      <c:formatCode>0</c:formatCode>
                      <c:ptCount val="56"/>
                      <c:pt idx="0">
                        <c:v>2.7996784481047907</c:v>
                      </c:pt>
                      <c:pt idx="1">
                        <c:v>2.7996784481047907</c:v>
                      </c:pt>
                      <c:pt idx="2">
                        <c:v>2.7996784481047907</c:v>
                      </c:pt>
                      <c:pt idx="3">
                        <c:v>2.7996784481047907</c:v>
                      </c:pt>
                      <c:pt idx="4">
                        <c:v>2.7996784481047907</c:v>
                      </c:pt>
                      <c:pt idx="5">
                        <c:v>2.7996784481047907</c:v>
                      </c:pt>
                      <c:pt idx="6">
                        <c:v>2.7996784481047907</c:v>
                      </c:pt>
                      <c:pt idx="7">
                        <c:v>2.7996784481047907</c:v>
                      </c:pt>
                      <c:pt idx="8">
                        <c:v>2.7996784481047907</c:v>
                      </c:pt>
                      <c:pt idx="9">
                        <c:v>2.7996784481047907</c:v>
                      </c:pt>
                      <c:pt idx="10">
                        <c:v>2.7996784481047907</c:v>
                      </c:pt>
                      <c:pt idx="11">
                        <c:v>2.7996784481047907</c:v>
                      </c:pt>
                      <c:pt idx="12">
                        <c:v>2.7996784481047907</c:v>
                      </c:pt>
                      <c:pt idx="13">
                        <c:v>2.7996784481047907</c:v>
                      </c:pt>
                      <c:pt idx="14">
                        <c:v>2.7996784481047907</c:v>
                      </c:pt>
                      <c:pt idx="15">
                        <c:v>2.7996784481047907</c:v>
                      </c:pt>
                      <c:pt idx="16">
                        <c:v>2.7996784481047907</c:v>
                      </c:pt>
                      <c:pt idx="17">
                        <c:v>2.7996784481047907</c:v>
                      </c:pt>
                      <c:pt idx="18">
                        <c:v>2.7996784481047907</c:v>
                      </c:pt>
                      <c:pt idx="19">
                        <c:v>2.7996784481047907</c:v>
                      </c:pt>
                      <c:pt idx="20">
                        <c:v>2.7996784481047907</c:v>
                      </c:pt>
                      <c:pt idx="21">
                        <c:v>2.7996784481047907</c:v>
                      </c:pt>
                      <c:pt idx="22">
                        <c:v>2.7996784481047907</c:v>
                      </c:pt>
                      <c:pt idx="23">
                        <c:v>2.7996784481047907</c:v>
                      </c:pt>
                      <c:pt idx="24">
                        <c:v>2.7996784481047907</c:v>
                      </c:pt>
                      <c:pt idx="25">
                        <c:v>2.7996784481047907</c:v>
                      </c:pt>
                      <c:pt idx="26">
                        <c:v>2.7996784481047907</c:v>
                      </c:pt>
                      <c:pt idx="27">
                        <c:v>2.7996784481047907</c:v>
                      </c:pt>
                      <c:pt idx="28">
                        <c:v>2.7996784481047907</c:v>
                      </c:pt>
                      <c:pt idx="29">
                        <c:v>2.7996784481047907</c:v>
                      </c:pt>
                      <c:pt idx="30">
                        <c:v>2.7996784481047907</c:v>
                      </c:pt>
                      <c:pt idx="31">
                        <c:v>2.7996784481047907</c:v>
                      </c:pt>
                      <c:pt idx="32">
                        <c:v>2.7996784481047907</c:v>
                      </c:pt>
                      <c:pt idx="33">
                        <c:v>2.7996784481047907</c:v>
                      </c:pt>
                      <c:pt idx="34">
                        <c:v>2.7996784481047907</c:v>
                      </c:pt>
                      <c:pt idx="35">
                        <c:v>2.7996784481047907</c:v>
                      </c:pt>
                      <c:pt idx="36">
                        <c:v>2.7996784481047907</c:v>
                      </c:pt>
                      <c:pt idx="37">
                        <c:v>2.7996784481047907</c:v>
                      </c:pt>
                      <c:pt idx="38">
                        <c:v>2.7996784481047907</c:v>
                      </c:pt>
                      <c:pt idx="39">
                        <c:v>2.7996784481047907</c:v>
                      </c:pt>
                      <c:pt idx="40">
                        <c:v>2.7996784481047907</c:v>
                      </c:pt>
                      <c:pt idx="41">
                        <c:v>2.7996784481047907</c:v>
                      </c:pt>
                      <c:pt idx="42">
                        <c:v>2.7996784481047907</c:v>
                      </c:pt>
                      <c:pt idx="43">
                        <c:v>2.7996784481047907</c:v>
                      </c:pt>
                      <c:pt idx="44">
                        <c:v>2.7996784481047907</c:v>
                      </c:pt>
                      <c:pt idx="45">
                        <c:v>2.7996784481047907</c:v>
                      </c:pt>
                      <c:pt idx="46">
                        <c:v>2.7996784481047907</c:v>
                      </c:pt>
                      <c:pt idx="47">
                        <c:v>2.7996784481047907</c:v>
                      </c:pt>
                      <c:pt idx="48">
                        <c:v>2.7996784481047907</c:v>
                      </c:pt>
                      <c:pt idx="49">
                        <c:v>2.7996784481047907</c:v>
                      </c:pt>
                      <c:pt idx="50">
                        <c:v>2.7996784481047907</c:v>
                      </c:pt>
                      <c:pt idx="51">
                        <c:v>2.7996784481047907</c:v>
                      </c:pt>
                      <c:pt idx="52">
                        <c:v>2.7996784481047907</c:v>
                      </c:pt>
                      <c:pt idx="53">
                        <c:v>2.7996784481047907</c:v>
                      </c:pt>
                      <c:pt idx="54">
                        <c:v>2.7996784481047907</c:v>
                      </c:pt>
                      <c:pt idx="55">
                        <c:v>2.7996784481047907</c:v>
                      </c:pt>
                    </c:numCache>
                  </c:numRef>
                </c:val>
                <c:smooth val="0"/>
                <c:extLst xmlns:c15="http://schemas.microsoft.com/office/drawing/2012/chart">
                  <c:ext xmlns:c16="http://schemas.microsoft.com/office/drawing/2014/chart" uri="{C3380CC4-5D6E-409C-BE32-E72D297353CC}">
                    <c16:uniqueId val="{00000005-BE20-428A-9E8B-35F6CBD7748D}"/>
                  </c:ext>
                </c:extLst>
              </c15:ser>
            </c15:filteredLineSeries>
          </c:ext>
        </c:extLst>
      </c:lineChart>
      <c:dateAx>
        <c:axId val="1080892607"/>
        <c:scaling>
          <c:orientation val="minMax"/>
          <c:min val="36647"/>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080893087"/>
        <c:crosses val="autoZero"/>
        <c:auto val="1"/>
        <c:lblOffset val="100"/>
        <c:baseTimeUnit val="months"/>
        <c:majorUnit val="24"/>
        <c:majorTimeUnit val="months"/>
      </c:dateAx>
      <c:valAx>
        <c:axId val="108089308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080892607"/>
        <c:crosses val="autoZero"/>
        <c:crossBetween val="between"/>
      </c:valAx>
      <c:spPr>
        <a:noFill/>
        <a:ln>
          <a:noFill/>
        </a:ln>
        <a:effectLst/>
      </c:spPr>
    </c:plotArea>
    <c:legend>
      <c:legendPos val="b"/>
      <c:layout>
        <c:manualLayout>
          <c:xMode val="edge"/>
          <c:yMode val="edge"/>
          <c:x val="0.16329880968758392"/>
          <c:y val="0.85599922460612599"/>
          <c:w val="0.70113484748235066"/>
          <c:h val="0.1253502030452566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legend>
    <c:plotVisOnly val="1"/>
    <c:dispBlanksAs val="gap"/>
    <c:showDLblsOverMax val="0"/>
  </c:chart>
  <c:spPr>
    <a:solidFill>
      <a:schemeClr val="bg1"/>
    </a:solidFill>
    <a:ln w="9525" cap="flat" cmpd="sng" algn="ctr">
      <a:noFill/>
      <a:round/>
    </a:ln>
    <a:effectLst/>
  </c:spPr>
  <c:txPr>
    <a:bodyPr/>
    <a:lstStyle/>
    <a:p>
      <a:pPr>
        <a:defRPr>
          <a:solidFill>
            <a:schemeClr val="tx1"/>
          </a:solidFill>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791385353560362E-2"/>
          <c:y val="3.9294779346297361E-2"/>
          <c:w val="0.83323586004822714"/>
          <c:h val="0.6911156128836714"/>
        </c:manualLayout>
      </c:layout>
      <c:lineChart>
        <c:grouping val="standard"/>
        <c:varyColors val="0"/>
        <c:ser>
          <c:idx val="0"/>
          <c:order val="0"/>
          <c:tx>
            <c:strRef>
              <c:f>'CA N Secteurs'!$B$1</c:f>
              <c:strCache>
                <c:ptCount val="1"/>
                <c:pt idx="0">
                  <c:v>Ensemble</c:v>
                </c:pt>
              </c:strCache>
            </c:strRef>
          </c:tx>
          <c:spPr>
            <a:ln w="28575" cap="rnd">
              <a:solidFill>
                <a:schemeClr val="tx1"/>
              </a:solidFill>
              <a:prstDash val="sysDash"/>
              <a:round/>
            </a:ln>
            <a:effectLst/>
          </c:spPr>
          <c:marker>
            <c:symbol val="none"/>
          </c:marker>
          <c:dLbls>
            <c:dLbl>
              <c:idx val="55"/>
              <c:layout>
                <c:manualLayout>
                  <c:x val="-9.9892802552710165E-17"/>
                  <c:y val="3.5067323429294285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Secteurs'!$B$2:$B$59</c:f>
              <c:numCache>
                <c:formatCode>0</c:formatCode>
                <c:ptCount val="58"/>
                <c:pt idx="0">
                  <c:v>45.161290322580697</c:v>
                </c:pt>
                <c:pt idx="1">
                  <c:v>42.928786359077201</c:v>
                </c:pt>
                <c:pt idx="2">
                  <c:v>31.9597989949749</c:v>
                </c:pt>
                <c:pt idx="3">
                  <c:v>39.1173520561685</c:v>
                </c:pt>
                <c:pt idx="4">
                  <c:v>49.147442326980901</c:v>
                </c:pt>
                <c:pt idx="5">
                  <c:v>48.393574297188799</c:v>
                </c:pt>
                <c:pt idx="6">
                  <c:v>36.683417085427102</c:v>
                </c:pt>
                <c:pt idx="7">
                  <c:v>30.653266331658301</c:v>
                </c:pt>
                <c:pt idx="8">
                  <c:v>15.8425832492432</c:v>
                </c:pt>
                <c:pt idx="9">
                  <c:v>10.909090909090899</c:v>
                </c:pt>
                <c:pt idx="10">
                  <c:v>4.6231155778894504</c:v>
                </c:pt>
                <c:pt idx="11">
                  <c:v>7.6381909547738802</c:v>
                </c:pt>
                <c:pt idx="12">
                  <c:v>19.959677419354801</c:v>
                </c:pt>
                <c:pt idx="13">
                  <c:v>26.8882175226586</c:v>
                </c:pt>
                <c:pt idx="14">
                  <c:v>18.693467336683401</c:v>
                </c:pt>
                <c:pt idx="15">
                  <c:v>26.056338028169002</c:v>
                </c:pt>
                <c:pt idx="16">
                  <c:v>31.414141414141401</c:v>
                </c:pt>
                <c:pt idx="17">
                  <c:v>30.591775325977899</c:v>
                </c:pt>
                <c:pt idx="18">
                  <c:v>37.525150905432596</c:v>
                </c:pt>
                <c:pt idx="19">
                  <c:v>41.993957703927499</c:v>
                </c:pt>
                <c:pt idx="20">
                  <c:v>21.997981836528801</c:v>
                </c:pt>
                <c:pt idx="21">
                  <c:v>15.678391959799001</c:v>
                </c:pt>
                <c:pt idx="22">
                  <c:v>-36.217303822937602</c:v>
                </c:pt>
                <c:pt idx="23">
                  <c:v>-29.2</c:v>
                </c:pt>
                <c:pt idx="24">
                  <c:v>6.7433684883349398</c:v>
                </c:pt>
                <c:pt idx="25">
                  <c:v>17.216770740410301</c:v>
                </c:pt>
                <c:pt idx="26">
                  <c:v>29.279279279279301</c:v>
                </c:pt>
                <c:pt idx="27">
                  <c:v>24.051975603288199</c:v>
                </c:pt>
                <c:pt idx="28">
                  <c:v>4.7773886943471799</c:v>
                </c:pt>
                <c:pt idx="29">
                  <c:v>-1.5072083879423299</c:v>
                </c:pt>
                <c:pt idx="30">
                  <c:v>-10.2994555353902</c:v>
                </c:pt>
                <c:pt idx="31">
                  <c:v>-8.7642418930762496</c:v>
                </c:pt>
                <c:pt idx="32">
                  <c:v>3.52336677269391</c:v>
                </c:pt>
                <c:pt idx="33">
                  <c:v>-4.3224551545277698</c:v>
                </c:pt>
                <c:pt idx="34">
                  <c:v>3.6638424547744499</c:v>
                </c:pt>
                <c:pt idx="35">
                  <c:v>2.5674786043449598</c:v>
                </c:pt>
                <c:pt idx="36">
                  <c:v>12.930253623188401</c:v>
                </c:pt>
                <c:pt idx="37">
                  <c:v>12.7276919529629</c:v>
                </c:pt>
                <c:pt idx="38">
                  <c:v>21.223103057757601</c:v>
                </c:pt>
                <c:pt idx="39">
                  <c:v>25.881803316982001</c:v>
                </c:pt>
                <c:pt idx="40">
                  <c:v>26.203807390817499</c:v>
                </c:pt>
                <c:pt idx="41">
                  <c:v>24.661174594738199</c:v>
                </c:pt>
                <c:pt idx="42">
                  <c:v>22.5143099427602</c:v>
                </c:pt>
                <c:pt idx="43">
                  <c:v>25.442684063373701</c:v>
                </c:pt>
                <c:pt idx="44">
                  <c:v>-49.9469777306469</c:v>
                </c:pt>
                <c:pt idx="45">
                  <c:v>-47.663190421011997</c:v>
                </c:pt>
                <c:pt idx="46">
                  <c:v>23.705766710353899</c:v>
                </c:pt>
                <c:pt idx="47">
                  <c:v>35.765124555160099</c:v>
                </c:pt>
                <c:pt idx="48">
                  <c:v>24.857647751816199</c:v>
                </c:pt>
                <c:pt idx="49">
                  <c:v>27.3856209150327</c:v>
                </c:pt>
                <c:pt idx="50">
                  <c:v>12.2330872081421</c:v>
                </c:pt>
                <c:pt idx="51">
                  <c:v>8.3216643328665807</c:v>
                </c:pt>
                <c:pt idx="52">
                  <c:v>1.9275700934579401</c:v>
                </c:pt>
                <c:pt idx="53">
                  <c:v>-5.9650532235388702</c:v>
                </c:pt>
                <c:pt idx="54">
                  <c:v>-4.3542905692438403</c:v>
                </c:pt>
                <c:pt idx="55">
                  <c:v>-10.7793307920373</c:v>
                </c:pt>
              </c:numCache>
            </c:numRef>
          </c:val>
          <c:smooth val="0"/>
          <c:extLst>
            <c:ext xmlns:c16="http://schemas.microsoft.com/office/drawing/2014/chart" uri="{C3380CC4-5D6E-409C-BE32-E72D297353CC}">
              <c16:uniqueId val="{00000001-32C6-4DFD-A64B-6748E608C3F8}"/>
            </c:ext>
          </c:extLst>
        </c:ser>
        <c:ser>
          <c:idx val="1"/>
          <c:order val="1"/>
          <c:tx>
            <c:strRef>
              <c:f>'CA N Secteurs'!$C$1</c:f>
              <c:strCache>
                <c:ptCount val="1"/>
                <c:pt idx="0">
                  <c:v>Industrie</c:v>
                </c:pt>
              </c:strCache>
            </c:strRef>
          </c:tx>
          <c:spPr>
            <a:ln w="28575" cap="rnd">
              <a:solidFill>
                <a:schemeClr val="accent2"/>
              </a:solidFill>
              <a:round/>
            </a:ln>
            <a:effectLst/>
          </c:spPr>
          <c:marker>
            <c:symbol val="none"/>
          </c:marker>
          <c:dLbls>
            <c:dLbl>
              <c:idx val="55"/>
              <c:layout>
                <c:manualLayout>
                  <c:x val="4.3518785037761971E-2"/>
                  <c:y val="2.630047568655631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Secteurs'!$C$2:$C$59</c:f>
              <c:numCache>
                <c:formatCode>0</c:formatCode>
                <c:ptCount val="58"/>
                <c:pt idx="0">
                  <c:v>49.0813648293963</c:v>
                </c:pt>
                <c:pt idx="1">
                  <c:v>45.2722063037249</c:v>
                </c:pt>
                <c:pt idx="2">
                  <c:v>21.714285714285701</c:v>
                </c:pt>
                <c:pt idx="3">
                  <c:v>21.6216216216216</c:v>
                </c:pt>
                <c:pt idx="4">
                  <c:v>51.381215469613302</c:v>
                </c:pt>
                <c:pt idx="5">
                  <c:v>50</c:v>
                </c:pt>
                <c:pt idx="6">
                  <c:v>36.235955056179797</c:v>
                </c:pt>
                <c:pt idx="7">
                  <c:v>21.8934911242604</c:v>
                </c:pt>
                <c:pt idx="8">
                  <c:v>12.5730994152047</c:v>
                </c:pt>
                <c:pt idx="9">
                  <c:v>-4.9535603715170202</c:v>
                </c:pt>
                <c:pt idx="10">
                  <c:v>2.8753993610223598</c:v>
                </c:pt>
                <c:pt idx="11">
                  <c:v>-5.2805280528052796</c:v>
                </c:pt>
                <c:pt idx="12">
                  <c:v>26.351351351351401</c:v>
                </c:pt>
                <c:pt idx="13">
                  <c:v>30.283911671924301</c:v>
                </c:pt>
                <c:pt idx="14">
                  <c:v>21.3592233009709</c:v>
                </c:pt>
                <c:pt idx="15">
                  <c:v>17.845117845117802</c:v>
                </c:pt>
                <c:pt idx="16">
                  <c:v>36.754966887417197</c:v>
                </c:pt>
                <c:pt idx="17">
                  <c:v>29.431438127090299</c:v>
                </c:pt>
                <c:pt idx="18">
                  <c:v>43.143812709030101</c:v>
                </c:pt>
                <c:pt idx="19">
                  <c:v>48.709677419354797</c:v>
                </c:pt>
                <c:pt idx="20">
                  <c:v>26</c:v>
                </c:pt>
                <c:pt idx="21">
                  <c:v>17.689530685920602</c:v>
                </c:pt>
                <c:pt idx="22">
                  <c:v>-44.561403508771903</c:v>
                </c:pt>
                <c:pt idx="23">
                  <c:v>-48.7455197132617</c:v>
                </c:pt>
                <c:pt idx="24">
                  <c:v>16.212871287128699</c:v>
                </c:pt>
                <c:pt idx="25">
                  <c:v>27.626918536009399</c:v>
                </c:pt>
                <c:pt idx="26">
                  <c:v>44.299674267100997</c:v>
                </c:pt>
                <c:pt idx="27">
                  <c:v>40.7291666666667</c:v>
                </c:pt>
                <c:pt idx="28">
                  <c:v>9.8982423681776108</c:v>
                </c:pt>
                <c:pt idx="29">
                  <c:v>0.51369863013699302</c:v>
                </c:pt>
                <c:pt idx="30">
                  <c:v>-5.8976582827406796</c:v>
                </c:pt>
                <c:pt idx="31">
                  <c:v>-4.7417442845046596</c:v>
                </c:pt>
                <c:pt idx="32">
                  <c:v>10.174152153987199</c:v>
                </c:pt>
                <c:pt idx="33">
                  <c:v>6.0430463576158902</c:v>
                </c:pt>
                <c:pt idx="34">
                  <c:v>11.2236286919831</c:v>
                </c:pt>
                <c:pt idx="35">
                  <c:v>5.0944946589975304</c:v>
                </c:pt>
                <c:pt idx="36">
                  <c:v>17.2</c:v>
                </c:pt>
                <c:pt idx="37">
                  <c:v>17.723718505647302</c:v>
                </c:pt>
                <c:pt idx="38">
                  <c:v>23.661485319516402</c:v>
                </c:pt>
                <c:pt idx="39">
                  <c:v>28.180212014134302</c:v>
                </c:pt>
                <c:pt idx="40">
                  <c:v>30.4392236976507</c:v>
                </c:pt>
                <c:pt idx="41">
                  <c:v>29.721669980119302</c:v>
                </c:pt>
                <c:pt idx="42">
                  <c:v>23.597359735973601</c:v>
                </c:pt>
                <c:pt idx="43">
                  <c:v>24.473684210526301</c:v>
                </c:pt>
                <c:pt idx="44">
                  <c:v>-55.862068965517203</c:v>
                </c:pt>
                <c:pt idx="45">
                  <c:v>-52.184273232724401</c:v>
                </c:pt>
                <c:pt idx="46">
                  <c:v>34.667527437056201</c:v>
                </c:pt>
                <c:pt idx="47">
                  <c:v>45.494505494505503</c:v>
                </c:pt>
                <c:pt idx="48">
                  <c:v>34.794908062234803</c:v>
                </c:pt>
                <c:pt idx="49">
                  <c:v>35.624012638230703</c:v>
                </c:pt>
                <c:pt idx="50">
                  <c:v>15.5555555555556</c:v>
                </c:pt>
                <c:pt idx="51">
                  <c:v>11.119293078056</c:v>
                </c:pt>
                <c:pt idx="52">
                  <c:v>3.5966149506347</c:v>
                </c:pt>
                <c:pt idx="53">
                  <c:v>-9.9423631123919396</c:v>
                </c:pt>
                <c:pt idx="54">
                  <c:v>-5.1948051948051903</c:v>
                </c:pt>
                <c:pt idx="55">
                  <c:v>-13.025556471558099</c:v>
                </c:pt>
              </c:numCache>
            </c:numRef>
          </c:val>
          <c:smooth val="0"/>
          <c:extLst>
            <c:ext xmlns:c16="http://schemas.microsoft.com/office/drawing/2014/chart" uri="{C3380CC4-5D6E-409C-BE32-E72D297353CC}">
              <c16:uniqueId val="{00000003-32C6-4DFD-A64B-6748E608C3F8}"/>
            </c:ext>
          </c:extLst>
        </c:ser>
        <c:ser>
          <c:idx val="2"/>
          <c:order val="2"/>
          <c:tx>
            <c:strRef>
              <c:f>'CA N Secteurs'!$D$1</c:f>
              <c:strCache>
                <c:ptCount val="1"/>
                <c:pt idx="0">
                  <c:v>Commerce</c:v>
                </c:pt>
              </c:strCache>
            </c:strRef>
          </c:tx>
          <c:spPr>
            <a:ln w="28575" cap="rnd">
              <a:solidFill>
                <a:schemeClr val="accent1"/>
              </a:solidFill>
              <a:round/>
            </a:ln>
            <a:effectLst/>
          </c:spPr>
          <c:marker>
            <c:symbol val="none"/>
          </c:marker>
          <c:dLbls>
            <c:dLbl>
              <c:idx val="55"/>
              <c:layout>
                <c:manualLayout>
                  <c:x val="4.3514365208586536E-2"/>
                  <c:y val="4.8217441075061741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Secteurs'!$D$2:$D$59</c:f>
              <c:numCache>
                <c:formatCode>0</c:formatCode>
                <c:ptCount val="58"/>
                <c:pt idx="0">
                  <c:v>51.818181818181799</c:v>
                </c:pt>
                <c:pt idx="1">
                  <c:v>50</c:v>
                </c:pt>
                <c:pt idx="2">
                  <c:v>38.2882882882883</c:v>
                </c:pt>
                <c:pt idx="3">
                  <c:v>42.253521126760603</c:v>
                </c:pt>
                <c:pt idx="4">
                  <c:v>52.093023255814003</c:v>
                </c:pt>
                <c:pt idx="5">
                  <c:v>46.341463414634099</c:v>
                </c:pt>
                <c:pt idx="6">
                  <c:v>33</c:v>
                </c:pt>
                <c:pt idx="7">
                  <c:v>41.095890410958901</c:v>
                </c:pt>
                <c:pt idx="8">
                  <c:v>27.4509803921569</c:v>
                </c:pt>
                <c:pt idx="9">
                  <c:v>16.5137614678899</c:v>
                </c:pt>
                <c:pt idx="10">
                  <c:v>14.285714285714301</c:v>
                </c:pt>
                <c:pt idx="11">
                  <c:v>17.467248908296899</c:v>
                </c:pt>
                <c:pt idx="12">
                  <c:v>21.585903083700401</c:v>
                </c:pt>
                <c:pt idx="13">
                  <c:v>21.634615384615401</c:v>
                </c:pt>
                <c:pt idx="14">
                  <c:v>8.8669950738916192</c:v>
                </c:pt>
                <c:pt idx="15">
                  <c:v>15.2073732718894</c:v>
                </c:pt>
                <c:pt idx="16">
                  <c:v>25</c:v>
                </c:pt>
                <c:pt idx="17">
                  <c:v>31.638418079096098</c:v>
                </c:pt>
                <c:pt idx="18">
                  <c:v>38.693467336683398</c:v>
                </c:pt>
                <c:pt idx="19">
                  <c:v>41.752577319587601</c:v>
                </c:pt>
                <c:pt idx="20">
                  <c:v>17.486338797814199</c:v>
                </c:pt>
                <c:pt idx="21">
                  <c:v>9</c:v>
                </c:pt>
                <c:pt idx="22">
                  <c:v>-43.147208121827397</c:v>
                </c:pt>
                <c:pt idx="23">
                  <c:v>-26.1136712749616</c:v>
                </c:pt>
                <c:pt idx="24">
                  <c:v>4.04354587869362</c:v>
                </c:pt>
                <c:pt idx="25">
                  <c:v>17.040358744394599</c:v>
                </c:pt>
                <c:pt idx="26">
                  <c:v>26.638176638176599</c:v>
                </c:pt>
                <c:pt idx="27">
                  <c:v>18.6881188118812</c:v>
                </c:pt>
                <c:pt idx="28">
                  <c:v>1.64512338425382</c:v>
                </c:pt>
                <c:pt idx="29">
                  <c:v>-2.7355623100303998</c:v>
                </c:pt>
                <c:pt idx="30">
                  <c:v>-14.3617021276596</c:v>
                </c:pt>
                <c:pt idx="31">
                  <c:v>-14.6443514644351</c:v>
                </c:pt>
                <c:pt idx="32">
                  <c:v>1.98135198135198</c:v>
                </c:pt>
                <c:pt idx="33">
                  <c:v>-12.448559670781901</c:v>
                </c:pt>
                <c:pt idx="34">
                  <c:v>1.9274376417233601</c:v>
                </c:pt>
                <c:pt idx="35">
                  <c:v>5.5848261327713304</c:v>
                </c:pt>
                <c:pt idx="36">
                  <c:v>13.3561643835616</c:v>
                </c:pt>
                <c:pt idx="37">
                  <c:v>5.8695652173913002</c:v>
                </c:pt>
                <c:pt idx="38">
                  <c:v>18.562231759656701</c:v>
                </c:pt>
                <c:pt idx="39">
                  <c:v>22.869471413160699</c:v>
                </c:pt>
                <c:pt idx="40">
                  <c:v>23.484848484848499</c:v>
                </c:pt>
                <c:pt idx="41">
                  <c:v>21.683673469387799</c:v>
                </c:pt>
                <c:pt idx="42">
                  <c:v>23.940677966101699</c:v>
                </c:pt>
                <c:pt idx="43">
                  <c:v>23.102678571428601</c:v>
                </c:pt>
                <c:pt idx="44">
                  <c:v>-47.035881435257402</c:v>
                </c:pt>
                <c:pt idx="45">
                  <c:v>-34.537037037037003</c:v>
                </c:pt>
                <c:pt idx="46">
                  <c:v>23.076923076923102</c:v>
                </c:pt>
                <c:pt idx="47">
                  <c:v>37.782139352306203</c:v>
                </c:pt>
                <c:pt idx="48">
                  <c:v>8.9369708372530496</c:v>
                </c:pt>
                <c:pt idx="49">
                  <c:v>16.553287981859398</c:v>
                </c:pt>
                <c:pt idx="50">
                  <c:v>2.0793950850661602</c:v>
                </c:pt>
                <c:pt idx="51">
                  <c:v>0.37700282752120301</c:v>
                </c:pt>
                <c:pt idx="52">
                  <c:v>-8.0952380952380896</c:v>
                </c:pt>
                <c:pt idx="53">
                  <c:v>-16.304347826087</c:v>
                </c:pt>
                <c:pt idx="54">
                  <c:v>-8.3247687564234294</c:v>
                </c:pt>
                <c:pt idx="55">
                  <c:v>-17.7</c:v>
                </c:pt>
              </c:numCache>
            </c:numRef>
          </c:val>
          <c:smooth val="0"/>
          <c:extLst>
            <c:ext xmlns:c16="http://schemas.microsoft.com/office/drawing/2014/chart" uri="{C3380CC4-5D6E-409C-BE32-E72D297353CC}">
              <c16:uniqueId val="{00000005-32C6-4DFD-A64B-6748E608C3F8}"/>
            </c:ext>
          </c:extLst>
        </c:ser>
        <c:ser>
          <c:idx val="3"/>
          <c:order val="3"/>
          <c:tx>
            <c:strRef>
              <c:f>'CA N Secteurs'!$E$1</c:f>
              <c:strCache>
                <c:ptCount val="1"/>
                <c:pt idx="0">
                  <c:v>Construction</c:v>
                </c:pt>
              </c:strCache>
            </c:strRef>
          </c:tx>
          <c:spPr>
            <a:ln w="28575" cap="rnd">
              <a:solidFill>
                <a:schemeClr val="tx2"/>
              </a:solidFill>
              <a:round/>
            </a:ln>
            <a:effectLst/>
          </c:spPr>
          <c:marker>
            <c:symbol val="none"/>
          </c:marker>
          <c:dLbls>
            <c:dLbl>
              <c:idx val="55"/>
              <c:layout>
                <c:manualLayout>
                  <c:x val="0"/>
                  <c:y val="4.82175387586865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2"/>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Secteurs'!$E$2:$E$59</c:f>
              <c:numCache>
                <c:formatCode>0</c:formatCode>
                <c:ptCount val="58"/>
                <c:pt idx="0">
                  <c:v>22.4806201550388</c:v>
                </c:pt>
                <c:pt idx="1">
                  <c:v>29.310344827586199</c:v>
                </c:pt>
                <c:pt idx="2">
                  <c:v>29.310344827586199</c:v>
                </c:pt>
                <c:pt idx="3">
                  <c:v>46.969696969696997</c:v>
                </c:pt>
                <c:pt idx="4">
                  <c:v>38.211382113821102</c:v>
                </c:pt>
                <c:pt idx="5">
                  <c:v>44.366197183098599</c:v>
                </c:pt>
                <c:pt idx="6">
                  <c:v>33.3333333333333</c:v>
                </c:pt>
                <c:pt idx="7">
                  <c:v>21.951219512195099</c:v>
                </c:pt>
                <c:pt idx="8">
                  <c:v>-3.0075187969924801</c:v>
                </c:pt>
                <c:pt idx="9">
                  <c:v>19.424460431654701</c:v>
                </c:pt>
                <c:pt idx="10">
                  <c:v>-3.5714285714285698</c:v>
                </c:pt>
                <c:pt idx="11">
                  <c:v>17.241379310344801</c:v>
                </c:pt>
                <c:pt idx="12">
                  <c:v>9.3525179856115095</c:v>
                </c:pt>
                <c:pt idx="13">
                  <c:v>28.4671532846715</c:v>
                </c:pt>
                <c:pt idx="14">
                  <c:v>17.730496453900699</c:v>
                </c:pt>
                <c:pt idx="15">
                  <c:v>44</c:v>
                </c:pt>
                <c:pt idx="16">
                  <c:v>25.766871165644201</c:v>
                </c:pt>
                <c:pt idx="17">
                  <c:v>35.947712418300704</c:v>
                </c:pt>
                <c:pt idx="18">
                  <c:v>30.496453900709199</c:v>
                </c:pt>
                <c:pt idx="19">
                  <c:v>39.416058394160601</c:v>
                </c:pt>
                <c:pt idx="20">
                  <c:v>4.7619047619047601</c:v>
                </c:pt>
                <c:pt idx="21">
                  <c:v>16.197183098591498</c:v>
                </c:pt>
                <c:pt idx="22">
                  <c:v>-33.3333333333333</c:v>
                </c:pt>
                <c:pt idx="23">
                  <c:v>-25.2049180327869</c:v>
                </c:pt>
                <c:pt idx="24">
                  <c:v>-11.713665943600899</c:v>
                </c:pt>
                <c:pt idx="25">
                  <c:v>1.1428571428571399</c:v>
                </c:pt>
                <c:pt idx="26">
                  <c:v>14.159292035398201</c:v>
                </c:pt>
                <c:pt idx="27">
                  <c:v>7.9584775086505104</c:v>
                </c:pt>
                <c:pt idx="28">
                  <c:v>-3.8397328881469099</c:v>
                </c:pt>
                <c:pt idx="29">
                  <c:v>-2.5531914893617</c:v>
                </c:pt>
                <c:pt idx="30">
                  <c:v>-18.6119873817035</c:v>
                </c:pt>
                <c:pt idx="31">
                  <c:v>-11.3180515759312</c:v>
                </c:pt>
                <c:pt idx="32">
                  <c:v>-9.2691622103386795</c:v>
                </c:pt>
                <c:pt idx="33">
                  <c:v>-17.6382660687593</c:v>
                </c:pt>
                <c:pt idx="34">
                  <c:v>-17.488076311605699</c:v>
                </c:pt>
                <c:pt idx="35">
                  <c:v>-14.896755162241901</c:v>
                </c:pt>
                <c:pt idx="36">
                  <c:v>-6.28834355828221</c:v>
                </c:pt>
                <c:pt idx="37">
                  <c:v>1.9512195121951199</c:v>
                </c:pt>
                <c:pt idx="38">
                  <c:v>13.8095238095238</c:v>
                </c:pt>
                <c:pt idx="39">
                  <c:v>22.6072607260726</c:v>
                </c:pt>
                <c:pt idx="40">
                  <c:v>22.851153039832301</c:v>
                </c:pt>
                <c:pt idx="41">
                  <c:v>19.047619047619001</c:v>
                </c:pt>
                <c:pt idx="42">
                  <c:v>16.142270861833101</c:v>
                </c:pt>
                <c:pt idx="43">
                  <c:v>27.721088435374099</c:v>
                </c:pt>
                <c:pt idx="44">
                  <c:v>-44.864341085271299</c:v>
                </c:pt>
                <c:pt idx="45">
                  <c:v>-45.403111739745398</c:v>
                </c:pt>
                <c:pt idx="46">
                  <c:v>21.504112808460601</c:v>
                </c:pt>
                <c:pt idx="47">
                  <c:v>33.4788937409025</c:v>
                </c:pt>
                <c:pt idx="48">
                  <c:v>8.3333333333333304</c:v>
                </c:pt>
                <c:pt idx="49">
                  <c:v>17.189835575485802</c:v>
                </c:pt>
                <c:pt idx="50">
                  <c:v>6.1624649859943998</c:v>
                </c:pt>
                <c:pt idx="51">
                  <c:v>2.6988636363636398</c:v>
                </c:pt>
                <c:pt idx="52">
                  <c:v>-8.6111111111111107</c:v>
                </c:pt>
                <c:pt idx="53">
                  <c:v>-6.34005763688761</c:v>
                </c:pt>
                <c:pt idx="54">
                  <c:v>-13.649851632047501</c:v>
                </c:pt>
                <c:pt idx="55">
                  <c:v>-16.788321167883201</c:v>
                </c:pt>
              </c:numCache>
            </c:numRef>
          </c:val>
          <c:smooth val="0"/>
          <c:extLst>
            <c:ext xmlns:c16="http://schemas.microsoft.com/office/drawing/2014/chart" uri="{C3380CC4-5D6E-409C-BE32-E72D297353CC}">
              <c16:uniqueId val="{00000007-32C6-4DFD-A64B-6748E608C3F8}"/>
            </c:ext>
          </c:extLst>
        </c:ser>
        <c:ser>
          <c:idx val="4"/>
          <c:order val="4"/>
          <c:tx>
            <c:strRef>
              <c:f>'CA N Secteurs'!$G$1</c:f>
              <c:strCache>
                <c:ptCount val="1"/>
                <c:pt idx="0">
                  <c:v>Tourisme</c:v>
                </c:pt>
              </c:strCache>
            </c:strRef>
          </c:tx>
          <c:spPr>
            <a:ln w="28575" cap="rnd">
              <a:solidFill>
                <a:schemeClr val="accent4"/>
              </a:solidFill>
              <a:round/>
            </a:ln>
            <a:effectLst/>
          </c:spPr>
          <c:marker>
            <c:symbol val="none"/>
          </c:marker>
          <c:dLbls>
            <c:dLbl>
              <c:idx val="55"/>
              <c:layout>
                <c:manualLayout>
                  <c:x val="2.7243806324424393E-3"/>
                  <c:y val="4.3566153832431823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4"/>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Secteurs'!$G$2:$G$59</c:f>
              <c:numCache>
                <c:formatCode>0</c:formatCode>
                <c:ptCount val="58"/>
                <c:pt idx="0">
                  <c:v>39.285714285714299</c:v>
                </c:pt>
                <c:pt idx="1">
                  <c:v>47.663551401869199</c:v>
                </c:pt>
                <c:pt idx="2">
                  <c:v>40.243902439024403</c:v>
                </c:pt>
                <c:pt idx="3">
                  <c:v>54.128440366972498</c:v>
                </c:pt>
                <c:pt idx="4">
                  <c:v>35.4838709677419</c:v>
                </c:pt>
                <c:pt idx="5">
                  <c:v>51.5463917525773</c:v>
                </c:pt>
                <c:pt idx="6">
                  <c:v>32.142857142857103</c:v>
                </c:pt>
                <c:pt idx="7">
                  <c:v>23.188405797101499</c:v>
                </c:pt>
                <c:pt idx="8">
                  <c:v>25.581395348837201</c:v>
                </c:pt>
                <c:pt idx="9">
                  <c:v>31.818181818181799</c:v>
                </c:pt>
                <c:pt idx="10">
                  <c:v>-19.780219780219799</c:v>
                </c:pt>
                <c:pt idx="11">
                  <c:v>-19.7530864197531</c:v>
                </c:pt>
                <c:pt idx="12">
                  <c:v>2.7397260273972601</c:v>
                </c:pt>
                <c:pt idx="13">
                  <c:v>0</c:v>
                </c:pt>
                <c:pt idx="14">
                  <c:v>5.2631578947368398</c:v>
                </c:pt>
                <c:pt idx="15">
                  <c:v>19.7530864197531</c:v>
                </c:pt>
                <c:pt idx="16">
                  <c:v>14.285714285714301</c:v>
                </c:pt>
                <c:pt idx="17">
                  <c:v>3.44827586206896</c:v>
                </c:pt>
                <c:pt idx="18">
                  <c:v>24.137931034482801</c:v>
                </c:pt>
                <c:pt idx="19">
                  <c:v>40.789473684210499</c:v>
                </c:pt>
                <c:pt idx="20">
                  <c:v>24.050632911392398</c:v>
                </c:pt>
                <c:pt idx="21">
                  <c:v>-3.125</c:v>
                </c:pt>
                <c:pt idx="22">
                  <c:v>-45.205479452054803</c:v>
                </c:pt>
                <c:pt idx="23">
                  <c:v>-19.213973799126599</c:v>
                </c:pt>
                <c:pt idx="24">
                  <c:v>7.59493670886076</c:v>
                </c:pt>
                <c:pt idx="25">
                  <c:v>21.235521235521201</c:v>
                </c:pt>
                <c:pt idx="26">
                  <c:v>24.894514767932499</c:v>
                </c:pt>
                <c:pt idx="27">
                  <c:v>23.756906077348098</c:v>
                </c:pt>
                <c:pt idx="28">
                  <c:v>-3.2520325203252001</c:v>
                </c:pt>
                <c:pt idx="29">
                  <c:v>-15</c:v>
                </c:pt>
                <c:pt idx="30">
                  <c:v>-25.296442687747</c:v>
                </c:pt>
                <c:pt idx="31">
                  <c:v>-33.090909090909101</c:v>
                </c:pt>
                <c:pt idx="32">
                  <c:v>-13.106796116504899</c:v>
                </c:pt>
                <c:pt idx="33">
                  <c:v>-21.285140562249001</c:v>
                </c:pt>
                <c:pt idx="34">
                  <c:v>-5.1162790697674403</c:v>
                </c:pt>
                <c:pt idx="35">
                  <c:v>-2.9914529914529902</c:v>
                </c:pt>
                <c:pt idx="36">
                  <c:v>-2.39234449760766</c:v>
                </c:pt>
                <c:pt idx="37">
                  <c:v>-0.87719298245613697</c:v>
                </c:pt>
                <c:pt idx="38">
                  <c:v>13.207547169811299</c:v>
                </c:pt>
                <c:pt idx="39">
                  <c:v>25.471698113207498</c:v>
                </c:pt>
                <c:pt idx="40">
                  <c:v>13.580246913580201</c:v>
                </c:pt>
                <c:pt idx="41">
                  <c:v>18.292682926829301</c:v>
                </c:pt>
                <c:pt idx="42">
                  <c:v>12.7753303964758</c:v>
                </c:pt>
                <c:pt idx="43">
                  <c:v>19.161676646706599</c:v>
                </c:pt>
                <c:pt idx="44">
                  <c:v>-89.344262295082004</c:v>
                </c:pt>
                <c:pt idx="45">
                  <c:v>-92.717086834733905</c:v>
                </c:pt>
                <c:pt idx="46">
                  <c:v>-19.031141868512101</c:v>
                </c:pt>
                <c:pt idx="47">
                  <c:v>16.6666666666667</c:v>
                </c:pt>
                <c:pt idx="48">
                  <c:v>61.1872146118722</c:v>
                </c:pt>
                <c:pt idx="49">
                  <c:v>56.862745098039198</c:v>
                </c:pt>
                <c:pt idx="50">
                  <c:v>40.090090090090101</c:v>
                </c:pt>
                <c:pt idx="51">
                  <c:v>33.170731707317103</c:v>
                </c:pt>
                <c:pt idx="52">
                  <c:v>11.764705882352899</c:v>
                </c:pt>
                <c:pt idx="53">
                  <c:v>-2.1390374331550901</c:v>
                </c:pt>
                <c:pt idx="54">
                  <c:v>-7.3529411764705896</c:v>
                </c:pt>
                <c:pt idx="55">
                  <c:v>-7.6576576576576496</c:v>
                </c:pt>
              </c:numCache>
            </c:numRef>
          </c:val>
          <c:smooth val="0"/>
          <c:extLst>
            <c:ext xmlns:c16="http://schemas.microsoft.com/office/drawing/2014/chart" uri="{C3380CC4-5D6E-409C-BE32-E72D297353CC}">
              <c16:uniqueId val="{00000009-32C6-4DFD-A64B-6748E608C3F8}"/>
            </c:ext>
          </c:extLst>
        </c:ser>
        <c:ser>
          <c:idx val="5"/>
          <c:order val="5"/>
          <c:tx>
            <c:strRef>
              <c:f>'CA N Secteurs'!$H$1</c:f>
              <c:strCache>
                <c:ptCount val="1"/>
                <c:pt idx="0">
                  <c:v>Services</c:v>
                </c:pt>
              </c:strCache>
            </c:strRef>
          </c:tx>
          <c:spPr>
            <a:ln w="28575" cap="rnd">
              <a:solidFill>
                <a:schemeClr val="bg2"/>
              </a:solidFill>
              <a:round/>
            </a:ln>
            <a:effectLst/>
          </c:spPr>
          <c:marker>
            <c:symbol val="none"/>
          </c:marker>
          <c:dLbls>
            <c:dLbl>
              <c:idx val="55"/>
              <c:layout>
                <c:manualLayout>
                  <c:x val="2.7243806324424393E-3"/>
                  <c:y val="-2.178307691621615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Secteurs'!$H$2:$H$59</c:f>
              <c:numCache>
                <c:formatCode>0</c:formatCode>
                <c:ptCount val="58"/>
                <c:pt idx="0">
                  <c:v>51.639344262295097</c:v>
                </c:pt>
                <c:pt idx="1">
                  <c:v>36.318407960199004</c:v>
                </c:pt>
                <c:pt idx="2">
                  <c:v>40</c:v>
                </c:pt>
                <c:pt idx="3">
                  <c:v>50.952380952380999</c:v>
                </c:pt>
                <c:pt idx="4">
                  <c:v>54.901960784313701</c:v>
                </c:pt>
                <c:pt idx="5">
                  <c:v>49.130434782608702</c:v>
                </c:pt>
                <c:pt idx="6">
                  <c:v>44.700460829493103</c:v>
                </c:pt>
                <c:pt idx="7">
                  <c:v>39.837398373983703</c:v>
                </c:pt>
                <c:pt idx="8">
                  <c:v>17.699115044247801</c:v>
                </c:pt>
                <c:pt idx="9">
                  <c:v>14.8648648648649</c:v>
                </c:pt>
                <c:pt idx="10">
                  <c:v>12.393162393162401</c:v>
                </c:pt>
                <c:pt idx="11">
                  <c:v>18.1434599156118</c:v>
                </c:pt>
                <c:pt idx="12">
                  <c:v>21.789883268482502</c:v>
                </c:pt>
                <c:pt idx="13">
                  <c:v>35.5102040816327</c:v>
                </c:pt>
                <c:pt idx="14">
                  <c:v>27.443609022556402</c:v>
                </c:pt>
                <c:pt idx="15">
                  <c:v>36.546184738955802</c:v>
                </c:pt>
                <c:pt idx="16">
                  <c:v>37.275985663082402</c:v>
                </c:pt>
                <c:pt idx="17">
                  <c:v>36.654804270462598</c:v>
                </c:pt>
                <c:pt idx="18">
                  <c:v>38.432835820895498</c:v>
                </c:pt>
                <c:pt idx="19">
                  <c:v>36.231884057971001</c:v>
                </c:pt>
                <c:pt idx="20">
                  <c:v>29.078014184397201</c:v>
                </c:pt>
                <c:pt idx="21">
                  <c:v>24.6428571428571</c:v>
                </c:pt>
                <c:pt idx="22">
                  <c:v>-23.127035830618901</c:v>
                </c:pt>
                <c:pt idx="23">
                  <c:v>-13.781321184510199</c:v>
                </c:pt>
                <c:pt idx="24">
                  <c:v>10.4018912529551</c:v>
                </c:pt>
                <c:pt idx="25">
                  <c:v>15.1481888035126</c:v>
                </c:pt>
                <c:pt idx="26">
                  <c:v>27.1413828689371</c:v>
                </c:pt>
                <c:pt idx="27">
                  <c:v>21.132713440405698</c:v>
                </c:pt>
                <c:pt idx="28">
                  <c:v>9.9712368168744092</c:v>
                </c:pt>
                <c:pt idx="29">
                  <c:v>1.8047579983593101</c:v>
                </c:pt>
                <c:pt idx="30">
                  <c:v>-2.2727272727272698</c:v>
                </c:pt>
                <c:pt idx="31">
                  <c:v>-2.5806451612903198</c:v>
                </c:pt>
                <c:pt idx="32">
                  <c:v>5.7218309859154903</c:v>
                </c:pt>
                <c:pt idx="33">
                  <c:v>0.15432098765432301</c:v>
                </c:pt>
                <c:pt idx="34">
                  <c:v>10.199004975124399</c:v>
                </c:pt>
                <c:pt idx="35">
                  <c:v>7.2240259740259702</c:v>
                </c:pt>
                <c:pt idx="36">
                  <c:v>22.2591362126246</c:v>
                </c:pt>
                <c:pt idx="37">
                  <c:v>21.194762684124399</c:v>
                </c:pt>
                <c:pt idx="38">
                  <c:v>26.069410815173502</c:v>
                </c:pt>
                <c:pt idx="39">
                  <c:v>25.976230899830199</c:v>
                </c:pt>
                <c:pt idx="40">
                  <c:v>28.202479338842998</c:v>
                </c:pt>
                <c:pt idx="41">
                  <c:v>24.31640625</c:v>
                </c:pt>
                <c:pt idx="42">
                  <c:v>25.5917159763314</c:v>
                </c:pt>
                <c:pt idx="43">
                  <c:v>27.474267616785401</c:v>
                </c:pt>
                <c:pt idx="44">
                  <c:v>-41.472081218274099</c:v>
                </c:pt>
                <c:pt idx="45">
                  <c:v>-41.836734693877602</c:v>
                </c:pt>
                <c:pt idx="46">
                  <c:v>23.189219539584499</c:v>
                </c:pt>
                <c:pt idx="47">
                  <c:v>30.6666666666667</c:v>
                </c:pt>
                <c:pt idx="48">
                  <c:v>29.2372881355932</c:v>
                </c:pt>
                <c:pt idx="49">
                  <c:v>24.061302681992299</c:v>
                </c:pt>
                <c:pt idx="50">
                  <c:v>15.7814871016692</c:v>
                </c:pt>
                <c:pt idx="51">
                  <c:v>13.367052023121399</c:v>
                </c:pt>
                <c:pt idx="52">
                  <c:v>13.5135135135135</c:v>
                </c:pt>
                <c:pt idx="53">
                  <c:v>5.2671755725190801</c:v>
                </c:pt>
                <c:pt idx="54">
                  <c:v>5.4667788057190903</c:v>
                </c:pt>
                <c:pt idx="55">
                  <c:v>-1.43072289156626</c:v>
                </c:pt>
              </c:numCache>
            </c:numRef>
          </c:val>
          <c:smooth val="0"/>
          <c:extLst>
            <c:ext xmlns:c16="http://schemas.microsoft.com/office/drawing/2014/chart" uri="{C3380CC4-5D6E-409C-BE32-E72D297353CC}">
              <c16:uniqueId val="{0000000B-32C6-4DFD-A64B-6748E608C3F8}"/>
            </c:ext>
          </c:extLst>
        </c:ser>
        <c:ser>
          <c:idx val="6"/>
          <c:order val="6"/>
          <c:tx>
            <c:strRef>
              <c:f>'CA N Secteurs'!$F$1</c:f>
              <c:strCache>
                <c:ptCount val="1"/>
                <c:pt idx="0">
                  <c:v>Transports</c:v>
                </c:pt>
              </c:strCache>
            </c:strRef>
          </c:tx>
          <c:spPr>
            <a:ln w="28575" cap="rnd">
              <a:solidFill>
                <a:schemeClr val="accent3">
                  <a:lumMod val="60000"/>
                  <a:lumOff val="40000"/>
                </a:schemeClr>
              </a:solidFill>
              <a:round/>
            </a:ln>
            <a:effectLst/>
          </c:spPr>
          <c:marker>
            <c:symbol val="none"/>
          </c:marker>
          <c:dLbls>
            <c:dLbl>
              <c:idx val="55"/>
              <c:layout>
                <c:manualLayout>
                  <c:x val="4.6314470751521272E-2"/>
                  <c:y val="0"/>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3">
                          <a:lumMod val="60000"/>
                          <a:lumOff val="40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Secteurs'!$F$2:$F$59</c:f>
              <c:numCache>
                <c:formatCode>General</c:formatCode>
                <c:ptCount val="58"/>
                <c:pt idx="23" formatCode="0">
                  <c:v>-49.700598802395199</c:v>
                </c:pt>
                <c:pt idx="24" formatCode="0">
                  <c:v>1.4925373134328399</c:v>
                </c:pt>
                <c:pt idx="25" formatCode="0">
                  <c:v>21.052631578947398</c:v>
                </c:pt>
                <c:pt idx="26" formatCode="0">
                  <c:v>27.2151898734177</c:v>
                </c:pt>
                <c:pt idx="27" formatCode="0">
                  <c:v>42.622950819672099</c:v>
                </c:pt>
                <c:pt idx="28" formatCode="0">
                  <c:v>-1.68539325842697</c:v>
                </c:pt>
                <c:pt idx="29" formatCode="0">
                  <c:v>-3.5175879396984899</c:v>
                </c:pt>
                <c:pt idx="30" formatCode="0">
                  <c:v>-20.918367346938801</c:v>
                </c:pt>
                <c:pt idx="31" formatCode="0">
                  <c:v>-0.93457943925233899</c:v>
                </c:pt>
                <c:pt idx="32" formatCode="0">
                  <c:v>12.7659574468085</c:v>
                </c:pt>
                <c:pt idx="33" formatCode="0">
                  <c:v>7.2961373390558002</c:v>
                </c:pt>
                <c:pt idx="34" formatCode="0">
                  <c:v>3.2</c:v>
                </c:pt>
                <c:pt idx="35" formatCode="0">
                  <c:v>8.5020242914979693</c:v>
                </c:pt>
                <c:pt idx="36" formatCode="0">
                  <c:v>7.5555555555555598</c:v>
                </c:pt>
                <c:pt idx="37" formatCode="0">
                  <c:v>12.437810945273601</c:v>
                </c:pt>
                <c:pt idx="38" formatCode="0">
                  <c:v>21.311475409836099</c:v>
                </c:pt>
                <c:pt idx="39" formatCode="0">
                  <c:v>35.398230088495602</c:v>
                </c:pt>
                <c:pt idx="40" formatCode="0">
                  <c:v>24.7422680412371</c:v>
                </c:pt>
                <c:pt idx="41" formatCode="0">
                  <c:v>31.799163179916299</c:v>
                </c:pt>
                <c:pt idx="42" formatCode="0">
                  <c:v>22.7091633466136</c:v>
                </c:pt>
                <c:pt idx="43" formatCode="0">
                  <c:v>26.890756302521002</c:v>
                </c:pt>
                <c:pt idx="44" formatCode="0">
                  <c:v>-55.056179775280903</c:v>
                </c:pt>
                <c:pt idx="45" formatCode="0">
                  <c:v>-56.065573770491802</c:v>
                </c:pt>
                <c:pt idx="46" formatCode="0">
                  <c:v>20.749279538904901</c:v>
                </c:pt>
                <c:pt idx="47" formatCode="0">
                  <c:v>31.164383561643799</c:v>
                </c:pt>
                <c:pt idx="48" formatCode="0">
                  <c:v>26.373626373626401</c:v>
                </c:pt>
                <c:pt idx="49" formatCode="0">
                  <c:v>43.560606060606098</c:v>
                </c:pt>
                <c:pt idx="50" formatCode="0">
                  <c:v>10.855263157894701</c:v>
                </c:pt>
                <c:pt idx="51" formatCode="0">
                  <c:v>-3.8327526132404102</c:v>
                </c:pt>
                <c:pt idx="52" formatCode="0">
                  <c:v>-5.2785923753665704</c:v>
                </c:pt>
                <c:pt idx="53" formatCode="0">
                  <c:v>0</c:v>
                </c:pt>
                <c:pt idx="54" formatCode="0">
                  <c:v>-3.5460992907801399</c:v>
                </c:pt>
                <c:pt idx="55" formatCode="0">
                  <c:v>-8.3941605839416091</c:v>
                </c:pt>
              </c:numCache>
            </c:numRef>
          </c:val>
          <c:smooth val="0"/>
          <c:extLst>
            <c:ext xmlns:c16="http://schemas.microsoft.com/office/drawing/2014/chart" uri="{C3380CC4-5D6E-409C-BE32-E72D297353CC}">
              <c16:uniqueId val="{0000000D-32C6-4DFD-A64B-6748E608C3F8}"/>
            </c:ext>
          </c:extLst>
        </c:ser>
        <c:dLbls>
          <c:showLegendKey val="0"/>
          <c:showVal val="0"/>
          <c:showCatName val="0"/>
          <c:showSerName val="0"/>
          <c:showPercent val="0"/>
          <c:showBubbleSize val="0"/>
        </c:dLbls>
        <c:smooth val="0"/>
        <c:axId val="1168575360"/>
        <c:axId val="1168570560"/>
      </c:lineChart>
      <c:dateAx>
        <c:axId val="1168575360"/>
        <c:scaling>
          <c:orientation val="minMax"/>
          <c:min val="38838"/>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168570560"/>
        <c:crosses val="autoZero"/>
        <c:auto val="1"/>
        <c:lblOffset val="100"/>
        <c:baseTimeUnit val="months"/>
        <c:majorUnit val="12"/>
        <c:majorTimeUnit val="months"/>
      </c:dateAx>
      <c:valAx>
        <c:axId val="1168570560"/>
        <c:scaling>
          <c:orientation val="minMax"/>
          <c:min val="-1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168575360"/>
        <c:crosses val="autoZero"/>
        <c:crossBetween val="between"/>
      </c:valAx>
      <c:spPr>
        <a:noFill/>
        <a:ln>
          <a:noFill/>
        </a:ln>
        <a:effectLst/>
      </c:spPr>
    </c:plotArea>
    <c:legend>
      <c:legendPos val="b"/>
      <c:layout>
        <c:manualLayout>
          <c:xMode val="edge"/>
          <c:yMode val="edge"/>
          <c:x val="0"/>
          <c:y val="0.87599079241677347"/>
          <c:w val="1"/>
          <c:h val="0.1158976435587155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legend>
    <c:plotVisOnly val="1"/>
    <c:dispBlanksAs val="gap"/>
    <c:showDLblsOverMax val="0"/>
  </c:chart>
  <c:spPr>
    <a:solidFill>
      <a:schemeClr val="bg1"/>
    </a:solidFill>
    <a:ln w="9525" cap="flat" cmpd="sng" algn="ctr">
      <a:noFill/>
      <a:round/>
    </a:ln>
    <a:effectLst/>
  </c:spPr>
  <c:txPr>
    <a:bodyPr/>
    <a:lstStyle/>
    <a:p>
      <a:pPr>
        <a:defRPr>
          <a:solidFill>
            <a:schemeClr val="tx1"/>
          </a:solidFill>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9C58E7B-5D05-66D5-CA8D-68A4CFB86B6B}"/>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2">
            <a:extLst>
              <a:ext uri="{FF2B5EF4-FFF2-40B4-BE49-F238E27FC236}">
                <a16:creationId xmlns:a16="http://schemas.microsoft.com/office/drawing/2014/main" id="{C9096A21-EF33-4254-0C7E-9067323CAD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778"/>
          <a:stretch/>
        </p:blipFill>
        <p:spPr>
          <a:xfrm>
            <a:off x="2940425" y="353670"/>
            <a:ext cx="7018569" cy="6150655"/>
          </a:xfrm>
          <a:prstGeom prst="rect">
            <a:avLst/>
          </a:prstGeom>
        </p:spPr>
      </p:pic>
      <p:pic>
        <p:nvPicPr>
          <p:cNvPr id="9" name="Graphic 3">
            <a:extLst>
              <a:ext uri="{FF2B5EF4-FFF2-40B4-BE49-F238E27FC236}">
                <a16:creationId xmlns:a16="http://schemas.microsoft.com/office/drawing/2014/main" id="{784DA291-805C-DD68-40C2-3E500BC507A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520202" y="452376"/>
            <a:ext cx="2132573" cy="1365666"/>
          </a:xfrm>
          <a:prstGeom prst="rect">
            <a:avLst/>
          </a:prstGeom>
        </p:spPr>
      </p:pic>
      <p:sp>
        <p:nvSpPr>
          <p:cNvPr id="2" name="Titre 1">
            <a:extLst>
              <a:ext uri="{FF2B5EF4-FFF2-40B4-BE49-F238E27FC236}">
                <a16:creationId xmlns:a16="http://schemas.microsoft.com/office/drawing/2014/main" id="{B32E3197-E27A-4342-2CEA-712A745FC7F0}"/>
              </a:ext>
            </a:extLst>
          </p:cNvPr>
          <p:cNvSpPr>
            <a:spLocks noGrp="1"/>
          </p:cNvSpPr>
          <p:nvPr>
            <p:ph type="ctrTitle" hasCustomPrompt="1"/>
          </p:nvPr>
        </p:nvSpPr>
        <p:spPr>
          <a:xfrm>
            <a:off x="4227754" y="1535300"/>
            <a:ext cx="5045337" cy="3787397"/>
          </a:xfrm>
          <a:prstGeom prst="rect">
            <a:avLst/>
          </a:prstGeom>
          <a:noFill/>
        </p:spPr>
        <p:txBody>
          <a:bodyPr lIns="90000" anchor="ctr">
            <a:noAutofit/>
          </a:bodyPr>
          <a:lstStyle>
            <a:lvl1pPr algn="l">
              <a:defRPr sz="5400" cap="all" baseline="0"/>
            </a:lvl1pPr>
          </a:lstStyle>
          <a:p>
            <a:r>
              <a:rPr lang="fr-FR" dirty="0"/>
              <a:t>Modifiez le </a:t>
            </a:r>
            <a:br>
              <a:rPr lang="fr-FR" dirty="0"/>
            </a:br>
            <a:r>
              <a:rPr lang="fr-FR" dirty="0"/>
              <a:t>style du titre</a:t>
            </a:r>
            <a:endParaRPr lang="en-US" dirty="0"/>
          </a:p>
        </p:txBody>
      </p:sp>
    </p:spTree>
    <p:extLst>
      <p:ext uri="{BB962C8B-B14F-4D97-AF65-F5344CB8AC3E}">
        <p14:creationId xmlns:p14="http://schemas.microsoft.com/office/powerpoint/2010/main" val="37612273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de sectio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DE11A8F-3D34-A01F-2F48-80823DDE7EBC}"/>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re 1">
            <a:extLst>
              <a:ext uri="{FF2B5EF4-FFF2-40B4-BE49-F238E27FC236}">
                <a16:creationId xmlns:a16="http://schemas.microsoft.com/office/drawing/2014/main" id="{22A14E14-415C-F7D4-BB32-35DE9F4F0564}"/>
              </a:ext>
            </a:extLst>
          </p:cNvPr>
          <p:cNvSpPr>
            <a:spLocks noGrp="1"/>
          </p:cNvSpPr>
          <p:nvPr>
            <p:ph type="title"/>
          </p:nvPr>
        </p:nvSpPr>
        <p:spPr>
          <a:xfrm>
            <a:off x="6379758" y="2156012"/>
            <a:ext cx="5127052" cy="1329595"/>
          </a:xfrm>
          <a:prstGeom prst="rect">
            <a:avLst/>
          </a:prstGeom>
        </p:spPr>
        <p:txBody>
          <a:bodyPr wrap="square" lIns="90000" anchor="b">
            <a:noAutofit/>
          </a:bodyPr>
          <a:lstStyle>
            <a:lvl1pPr>
              <a:defRPr sz="4800"/>
            </a:lvl1pPr>
          </a:lstStyle>
          <a:p>
            <a:r>
              <a:rPr lang="fr-FR" dirty="0"/>
              <a:t>Modifiez le style du titre</a:t>
            </a:r>
            <a:endParaRPr lang="en-US" dirty="0"/>
          </a:p>
        </p:txBody>
      </p:sp>
      <p:sp>
        <p:nvSpPr>
          <p:cNvPr id="3" name="Espace réservé du texte 2">
            <a:extLst>
              <a:ext uri="{FF2B5EF4-FFF2-40B4-BE49-F238E27FC236}">
                <a16:creationId xmlns:a16="http://schemas.microsoft.com/office/drawing/2014/main" id="{B94ECF0D-8173-B3C2-ABF4-F7C857579CA9}"/>
              </a:ext>
            </a:extLst>
          </p:cNvPr>
          <p:cNvSpPr>
            <a:spLocks noGrp="1"/>
          </p:cNvSpPr>
          <p:nvPr>
            <p:ph type="body" idx="1"/>
          </p:nvPr>
        </p:nvSpPr>
        <p:spPr>
          <a:xfrm>
            <a:off x="6379758" y="3512595"/>
            <a:ext cx="5127052" cy="1500187"/>
          </a:xfrm>
          <a:prstGeom prst="rect">
            <a:avLst/>
          </a:prstGeom>
        </p:spPr>
        <p:txBody>
          <a:bodyPr>
            <a:normAutofit/>
          </a:bodyPr>
          <a:lstStyle>
            <a:lvl1pPr marL="0" indent="0">
              <a:buNone/>
              <a:defRPr sz="3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Cliquez pour modifier les styles du texte du masque</a:t>
            </a:r>
          </a:p>
        </p:txBody>
      </p:sp>
      <p:sp>
        <p:nvSpPr>
          <p:cNvPr id="4" name="Forme libre 3">
            <a:extLst>
              <a:ext uri="{FF2B5EF4-FFF2-40B4-BE49-F238E27FC236}">
                <a16:creationId xmlns:a16="http://schemas.microsoft.com/office/drawing/2014/main" id="{98D4B7FA-7159-5F12-FB1F-0BA8146F2792}"/>
              </a:ext>
            </a:extLst>
          </p:cNvPr>
          <p:cNvSpPr/>
          <p:nvPr userDrawn="1"/>
        </p:nvSpPr>
        <p:spPr>
          <a:xfrm>
            <a:off x="-948267" y="2954866"/>
            <a:ext cx="5672668" cy="3843868"/>
          </a:xfrm>
          <a:custGeom>
            <a:avLst/>
            <a:gdLst>
              <a:gd name="connsiteX0" fmla="*/ 0 w 5317067"/>
              <a:gd name="connsiteY0" fmla="*/ 0 h 5401734"/>
              <a:gd name="connsiteX1" fmla="*/ 2336800 w 5317067"/>
              <a:gd name="connsiteY1" fmla="*/ 5401734 h 5401734"/>
              <a:gd name="connsiteX2" fmla="*/ 5317067 w 5317067"/>
              <a:gd name="connsiteY2" fmla="*/ 1888067 h 5401734"/>
              <a:gd name="connsiteX0" fmla="*/ 0 w 5249334"/>
              <a:gd name="connsiteY0" fmla="*/ 0 h 4233334"/>
              <a:gd name="connsiteX1" fmla="*/ 2269067 w 5249334"/>
              <a:gd name="connsiteY1" fmla="*/ 4233334 h 4233334"/>
              <a:gd name="connsiteX2" fmla="*/ 5249334 w 5249334"/>
              <a:gd name="connsiteY2" fmla="*/ 719667 h 4233334"/>
              <a:gd name="connsiteX0" fmla="*/ 0 w 6299201"/>
              <a:gd name="connsiteY0" fmla="*/ 0 h 4250267"/>
              <a:gd name="connsiteX1" fmla="*/ 3318934 w 6299201"/>
              <a:gd name="connsiteY1" fmla="*/ 4250267 h 4250267"/>
              <a:gd name="connsiteX2" fmla="*/ 6299201 w 6299201"/>
              <a:gd name="connsiteY2" fmla="*/ 736600 h 4250267"/>
              <a:gd name="connsiteX0" fmla="*/ 0 w 6138334"/>
              <a:gd name="connsiteY0" fmla="*/ 0 h 4487334"/>
              <a:gd name="connsiteX1" fmla="*/ 3158067 w 6138334"/>
              <a:gd name="connsiteY1" fmla="*/ 4487334 h 4487334"/>
              <a:gd name="connsiteX2" fmla="*/ 6138334 w 6138334"/>
              <a:gd name="connsiteY2" fmla="*/ 973667 h 4487334"/>
              <a:gd name="connsiteX0" fmla="*/ 0 w 5943601"/>
              <a:gd name="connsiteY0" fmla="*/ 0 h 4216400"/>
              <a:gd name="connsiteX1" fmla="*/ 2963334 w 5943601"/>
              <a:gd name="connsiteY1" fmla="*/ 4216400 h 4216400"/>
              <a:gd name="connsiteX2" fmla="*/ 5943601 w 5943601"/>
              <a:gd name="connsiteY2" fmla="*/ 702733 h 4216400"/>
              <a:gd name="connsiteX0" fmla="*/ 0 w 5748868"/>
              <a:gd name="connsiteY0" fmla="*/ 0 h 3937000"/>
              <a:gd name="connsiteX1" fmla="*/ 2768601 w 5748868"/>
              <a:gd name="connsiteY1" fmla="*/ 3937000 h 3937000"/>
              <a:gd name="connsiteX2" fmla="*/ 5748868 w 5748868"/>
              <a:gd name="connsiteY2" fmla="*/ 423333 h 3937000"/>
              <a:gd name="connsiteX0" fmla="*/ 0 w 5596468"/>
              <a:gd name="connsiteY0" fmla="*/ 0 h 3733800"/>
              <a:gd name="connsiteX1" fmla="*/ 2616201 w 5596468"/>
              <a:gd name="connsiteY1" fmla="*/ 3733800 h 3733800"/>
              <a:gd name="connsiteX2" fmla="*/ 5596468 w 5596468"/>
              <a:gd name="connsiteY2" fmla="*/ 220133 h 3733800"/>
              <a:gd name="connsiteX0" fmla="*/ 0 w 5410201"/>
              <a:gd name="connsiteY0" fmla="*/ 42333 h 3513667"/>
              <a:gd name="connsiteX1" fmla="*/ 2429934 w 5410201"/>
              <a:gd name="connsiteY1" fmla="*/ 3513667 h 3513667"/>
              <a:gd name="connsiteX2" fmla="*/ 5410201 w 5410201"/>
              <a:gd name="connsiteY2" fmla="*/ 0 h 3513667"/>
              <a:gd name="connsiteX0" fmla="*/ 0 w 5520268"/>
              <a:gd name="connsiteY0" fmla="*/ 0 h 3623734"/>
              <a:gd name="connsiteX1" fmla="*/ 2540001 w 5520268"/>
              <a:gd name="connsiteY1" fmla="*/ 3623734 h 3623734"/>
              <a:gd name="connsiteX2" fmla="*/ 5520268 w 5520268"/>
              <a:gd name="connsiteY2" fmla="*/ 110067 h 3623734"/>
              <a:gd name="connsiteX0" fmla="*/ 0 w 5672668"/>
              <a:gd name="connsiteY0" fmla="*/ 0 h 3843868"/>
              <a:gd name="connsiteX1" fmla="*/ 2692401 w 5672668"/>
              <a:gd name="connsiteY1" fmla="*/ 3843868 h 3843868"/>
              <a:gd name="connsiteX2" fmla="*/ 5672668 w 5672668"/>
              <a:gd name="connsiteY2" fmla="*/ 330201 h 3843868"/>
            </a:gdLst>
            <a:ahLst/>
            <a:cxnLst>
              <a:cxn ang="0">
                <a:pos x="connsiteX0" y="connsiteY0"/>
              </a:cxn>
              <a:cxn ang="0">
                <a:pos x="connsiteX1" y="connsiteY1"/>
              </a:cxn>
              <a:cxn ang="0">
                <a:pos x="connsiteX2" y="connsiteY2"/>
              </a:cxn>
            </a:cxnLst>
            <a:rect l="l" t="t" r="r" b="b"/>
            <a:pathLst>
              <a:path w="5672668" h="3843868">
                <a:moveTo>
                  <a:pt x="0" y="0"/>
                </a:moveTo>
                <a:lnTo>
                  <a:pt x="2692401" y="3843868"/>
                </a:lnTo>
                <a:lnTo>
                  <a:pt x="5672668" y="330201"/>
                </a:lnTo>
              </a:path>
            </a:pathLst>
          </a:custGeom>
          <a:noFill/>
          <a:ln w="2159000" cap="rnd">
            <a:gradFill flip="none" rotWithShape="1">
              <a:gsLst>
                <a:gs pos="55000">
                  <a:srgbClr val="FFFFFF">
                    <a:alpha val="70000"/>
                  </a:srgbClr>
                </a:gs>
                <a:gs pos="20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Ellipse 4">
            <a:extLst>
              <a:ext uri="{FF2B5EF4-FFF2-40B4-BE49-F238E27FC236}">
                <a16:creationId xmlns:a16="http://schemas.microsoft.com/office/drawing/2014/main" id="{B89303D6-6A4E-B6C3-6F33-E21A9B1D109E}"/>
              </a:ext>
            </a:extLst>
          </p:cNvPr>
          <p:cNvSpPr/>
          <p:nvPr userDrawn="1"/>
        </p:nvSpPr>
        <p:spPr>
          <a:xfrm>
            <a:off x="3653489" y="2197223"/>
            <a:ext cx="2158755" cy="2158753"/>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Espace réservé du texte 12">
            <a:extLst>
              <a:ext uri="{FF2B5EF4-FFF2-40B4-BE49-F238E27FC236}">
                <a16:creationId xmlns:a16="http://schemas.microsoft.com/office/drawing/2014/main" id="{C0B3CBE0-B77F-B3B4-AC68-872E938574D9}"/>
              </a:ext>
            </a:extLst>
          </p:cNvPr>
          <p:cNvSpPr>
            <a:spLocks noGrp="1"/>
          </p:cNvSpPr>
          <p:nvPr>
            <p:ph type="body" sz="quarter" idx="10" hasCustomPrompt="1"/>
          </p:nvPr>
        </p:nvSpPr>
        <p:spPr>
          <a:xfrm>
            <a:off x="3577167" y="2269067"/>
            <a:ext cx="2294467" cy="1779588"/>
          </a:xfrm>
          <a:prstGeom prst="rect">
            <a:avLst/>
          </a:prstGeom>
        </p:spPr>
        <p:txBody>
          <a:bodyPr>
            <a:noAutofit/>
          </a:bodyPr>
          <a:lstStyle>
            <a:lvl1pPr algn="ctr">
              <a:defRPr sz="11500">
                <a:solidFill>
                  <a:schemeClr val="bg1"/>
                </a:solidFill>
              </a:defRPr>
            </a:lvl1pPr>
          </a:lstStyle>
          <a:p>
            <a:pPr lvl="0"/>
            <a:r>
              <a:rPr lang="fr-FR" dirty="0"/>
              <a:t>1</a:t>
            </a:r>
            <a:endParaRPr lang="en-GB" dirty="0"/>
          </a:p>
        </p:txBody>
      </p:sp>
      <p:grpSp>
        <p:nvGrpSpPr>
          <p:cNvPr id="8" name="Graphique 9">
            <a:extLst>
              <a:ext uri="{FF2B5EF4-FFF2-40B4-BE49-F238E27FC236}">
                <a16:creationId xmlns:a16="http://schemas.microsoft.com/office/drawing/2014/main" id="{533B1D7E-10CF-2FB6-C379-73FAD9E45964}"/>
              </a:ext>
            </a:extLst>
          </p:cNvPr>
          <p:cNvGrpSpPr/>
          <p:nvPr userDrawn="1"/>
        </p:nvGrpSpPr>
        <p:grpSpPr>
          <a:xfrm>
            <a:off x="10854273" y="6451996"/>
            <a:ext cx="766931" cy="219810"/>
            <a:chOff x="3505759" y="528463"/>
            <a:chExt cx="5396928" cy="1546814"/>
          </a:xfrm>
        </p:grpSpPr>
        <p:sp>
          <p:nvSpPr>
            <p:cNvPr id="9" name="Forme libre 8">
              <a:extLst>
                <a:ext uri="{FF2B5EF4-FFF2-40B4-BE49-F238E27FC236}">
                  <a16:creationId xmlns:a16="http://schemas.microsoft.com/office/drawing/2014/main" id="{742B5E88-9773-B696-FE97-3E870E5D92F8}"/>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2"/>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C1B5E06-4ECB-335D-AF93-B471B85B098F}"/>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9CFE6953-9CDC-A020-3BBF-01792F91D588}"/>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2" name="Forme libre 11">
              <a:extLst>
                <a:ext uri="{FF2B5EF4-FFF2-40B4-BE49-F238E27FC236}">
                  <a16:creationId xmlns:a16="http://schemas.microsoft.com/office/drawing/2014/main" id="{2B160DA1-9813-1790-3872-3DB935AE1857}"/>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3" name="Forme libre 12">
              <a:extLst>
                <a:ext uri="{FF2B5EF4-FFF2-40B4-BE49-F238E27FC236}">
                  <a16:creationId xmlns:a16="http://schemas.microsoft.com/office/drawing/2014/main" id="{22C5518A-3879-01C7-48B6-399153ADF284}"/>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312DF2C-A1A0-70C6-55C1-0629743AEEB4}"/>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C086D9D9-F144-BD83-F3C9-63341D118B7D}"/>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2DDB5EF7-8BE9-E86E-86AD-7873CF6292E7}"/>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25BDD5F8-FD09-B902-EAA0-2106E3953C3C}"/>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31" name="Forme libre 30">
              <a:extLst>
                <a:ext uri="{FF2B5EF4-FFF2-40B4-BE49-F238E27FC236}">
                  <a16:creationId xmlns:a16="http://schemas.microsoft.com/office/drawing/2014/main" id="{BF9FEE84-050B-D4B4-EB8F-3D333B19B1A4}"/>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2" name="Forme libre 31">
              <a:extLst>
                <a:ext uri="{FF2B5EF4-FFF2-40B4-BE49-F238E27FC236}">
                  <a16:creationId xmlns:a16="http://schemas.microsoft.com/office/drawing/2014/main" id="{2F04F805-1863-6946-A541-70D0D7959D8E}"/>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cxnSp>
        <p:nvCxnSpPr>
          <p:cNvPr id="33" name="Connecteur droit 32">
            <a:extLst>
              <a:ext uri="{FF2B5EF4-FFF2-40B4-BE49-F238E27FC236}">
                <a16:creationId xmlns:a16="http://schemas.microsoft.com/office/drawing/2014/main" id="{82E1C7FB-0677-C4D6-0A84-D120DF56D632}"/>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Espace réservé du numéro de diapositive 5">
            <a:extLst>
              <a:ext uri="{FF2B5EF4-FFF2-40B4-BE49-F238E27FC236}">
                <a16:creationId xmlns:a16="http://schemas.microsoft.com/office/drawing/2014/main" id="{B229E99D-5859-8E40-470F-DF9476E44211}"/>
              </a:ext>
            </a:extLst>
          </p:cNvPr>
          <p:cNvSpPr>
            <a:spLocks noGrp="1"/>
          </p:cNvSpPr>
          <p:nvPr>
            <p:ph type="sldNum" sz="quarter" idx="4"/>
          </p:nvPr>
        </p:nvSpPr>
        <p:spPr>
          <a:xfrm>
            <a:off x="11738338" y="6390217"/>
            <a:ext cx="445191" cy="365125"/>
          </a:xfrm>
          <a:prstGeom prst="rect">
            <a:avLst/>
          </a:prstGeom>
        </p:spPr>
        <p:txBody>
          <a:bodyPr vert="horz" lIns="91440" tIns="45720" rIns="91440" bIns="45720" rtlCol="0" anchor="ctr"/>
          <a:lstStyle>
            <a:lvl1pPr algn="l">
              <a:defRPr sz="1050">
                <a:solidFill>
                  <a:schemeClr val="tx1"/>
                </a:solidFill>
                <a:latin typeface="+mj-lt"/>
              </a:defRPr>
            </a:lvl1pPr>
          </a:lstStyle>
          <a:p>
            <a:fld id="{BD8650C1-FE00-47B0-973D-77306D8B837F}" type="slidenum">
              <a:rPr lang="en-US" smtClean="0"/>
              <a:pPr/>
              <a:t>‹N°›</a:t>
            </a:fld>
            <a:endParaRPr lang="en-US"/>
          </a:p>
        </p:txBody>
      </p:sp>
    </p:spTree>
    <p:extLst>
      <p:ext uri="{BB962C8B-B14F-4D97-AF65-F5344CB8AC3E}">
        <p14:creationId xmlns:p14="http://schemas.microsoft.com/office/powerpoint/2010/main" val="14795157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de section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DE11A8F-3D34-A01F-2F48-80823DDE7EBC}"/>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orme libre 7">
            <a:extLst>
              <a:ext uri="{FF2B5EF4-FFF2-40B4-BE49-F238E27FC236}">
                <a16:creationId xmlns:a16="http://schemas.microsoft.com/office/drawing/2014/main" id="{805FC838-C458-2F11-131F-327ECC077B80}"/>
              </a:ext>
            </a:extLst>
          </p:cNvPr>
          <p:cNvSpPr/>
          <p:nvPr userDrawn="1"/>
        </p:nvSpPr>
        <p:spPr>
          <a:xfrm>
            <a:off x="-550334" y="2565400"/>
            <a:ext cx="5274735" cy="4428069"/>
          </a:xfrm>
          <a:custGeom>
            <a:avLst/>
            <a:gdLst>
              <a:gd name="connsiteX0" fmla="*/ 0 w 5317067"/>
              <a:gd name="connsiteY0" fmla="*/ 0 h 5401734"/>
              <a:gd name="connsiteX1" fmla="*/ 2336800 w 5317067"/>
              <a:gd name="connsiteY1" fmla="*/ 5401734 h 5401734"/>
              <a:gd name="connsiteX2" fmla="*/ 5317067 w 5317067"/>
              <a:gd name="connsiteY2" fmla="*/ 1888067 h 5401734"/>
              <a:gd name="connsiteX0" fmla="*/ 0 w 5249334"/>
              <a:gd name="connsiteY0" fmla="*/ 0 h 4233334"/>
              <a:gd name="connsiteX1" fmla="*/ 2269067 w 5249334"/>
              <a:gd name="connsiteY1" fmla="*/ 4233334 h 4233334"/>
              <a:gd name="connsiteX2" fmla="*/ 5249334 w 5249334"/>
              <a:gd name="connsiteY2" fmla="*/ 719667 h 4233334"/>
              <a:gd name="connsiteX0" fmla="*/ 0 w 6299201"/>
              <a:gd name="connsiteY0" fmla="*/ 0 h 4250267"/>
              <a:gd name="connsiteX1" fmla="*/ 3318934 w 6299201"/>
              <a:gd name="connsiteY1" fmla="*/ 4250267 h 4250267"/>
              <a:gd name="connsiteX2" fmla="*/ 6299201 w 6299201"/>
              <a:gd name="connsiteY2" fmla="*/ 736600 h 4250267"/>
              <a:gd name="connsiteX0" fmla="*/ 0 w 6138334"/>
              <a:gd name="connsiteY0" fmla="*/ 0 h 4487334"/>
              <a:gd name="connsiteX1" fmla="*/ 3158067 w 6138334"/>
              <a:gd name="connsiteY1" fmla="*/ 4487334 h 4487334"/>
              <a:gd name="connsiteX2" fmla="*/ 6138334 w 6138334"/>
              <a:gd name="connsiteY2" fmla="*/ 973667 h 4487334"/>
              <a:gd name="connsiteX0" fmla="*/ 0 w 5943601"/>
              <a:gd name="connsiteY0" fmla="*/ 0 h 4216400"/>
              <a:gd name="connsiteX1" fmla="*/ 2963334 w 5943601"/>
              <a:gd name="connsiteY1" fmla="*/ 4216400 h 4216400"/>
              <a:gd name="connsiteX2" fmla="*/ 5943601 w 5943601"/>
              <a:gd name="connsiteY2" fmla="*/ 702733 h 4216400"/>
              <a:gd name="connsiteX0" fmla="*/ 0 w 5748868"/>
              <a:gd name="connsiteY0" fmla="*/ 0 h 3937000"/>
              <a:gd name="connsiteX1" fmla="*/ 2768601 w 5748868"/>
              <a:gd name="connsiteY1" fmla="*/ 3937000 h 3937000"/>
              <a:gd name="connsiteX2" fmla="*/ 5748868 w 5748868"/>
              <a:gd name="connsiteY2" fmla="*/ 423333 h 3937000"/>
              <a:gd name="connsiteX0" fmla="*/ 0 w 5596468"/>
              <a:gd name="connsiteY0" fmla="*/ 0 h 3733800"/>
              <a:gd name="connsiteX1" fmla="*/ 2616201 w 5596468"/>
              <a:gd name="connsiteY1" fmla="*/ 3733800 h 3733800"/>
              <a:gd name="connsiteX2" fmla="*/ 5596468 w 5596468"/>
              <a:gd name="connsiteY2" fmla="*/ 220133 h 3733800"/>
              <a:gd name="connsiteX0" fmla="*/ 0 w 5410201"/>
              <a:gd name="connsiteY0" fmla="*/ 42333 h 3513667"/>
              <a:gd name="connsiteX1" fmla="*/ 2429934 w 5410201"/>
              <a:gd name="connsiteY1" fmla="*/ 3513667 h 3513667"/>
              <a:gd name="connsiteX2" fmla="*/ 5410201 w 5410201"/>
              <a:gd name="connsiteY2" fmla="*/ 0 h 3513667"/>
              <a:gd name="connsiteX0" fmla="*/ 0 w 5520268"/>
              <a:gd name="connsiteY0" fmla="*/ 0 h 3623734"/>
              <a:gd name="connsiteX1" fmla="*/ 2540001 w 5520268"/>
              <a:gd name="connsiteY1" fmla="*/ 3623734 h 3623734"/>
              <a:gd name="connsiteX2" fmla="*/ 5520268 w 5520268"/>
              <a:gd name="connsiteY2" fmla="*/ 110067 h 3623734"/>
              <a:gd name="connsiteX0" fmla="*/ 0 w 5672668"/>
              <a:gd name="connsiteY0" fmla="*/ 0 h 3843868"/>
              <a:gd name="connsiteX1" fmla="*/ 2692401 w 5672668"/>
              <a:gd name="connsiteY1" fmla="*/ 3843868 h 3843868"/>
              <a:gd name="connsiteX2" fmla="*/ 5672668 w 5672668"/>
              <a:gd name="connsiteY2" fmla="*/ 330201 h 3843868"/>
              <a:gd name="connsiteX0" fmla="*/ 0 w 5672668"/>
              <a:gd name="connsiteY0" fmla="*/ 0 h 3843868"/>
              <a:gd name="connsiteX1" fmla="*/ 1007534 w 5672668"/>
              <a:gd name="connsiteY1" fmla="*/ 1456267 h 3843868"/>
              <a:gd name="connsiteX2" fmla="*/ 2692401 w 5672668"/>
              <a:gd name="connsiteY2" fmla="*/ 3843868 h 3843868"/>
              <a:gd name="connsiteX3" fmla="*/ 5672668 w 5672668"/>
              <a:gd name="connsiteY3" fmla="*/ 330201 h 3843868"/>
              <a:gd name="connsiteX0" fmla="*/ 0 w 5672668"/>
              <a:gd name="connsiteY0" fmla="*/ 711200 h 4555068"/>
              <a:gd name="connsiteX1" fmla="*/ 2650067 w 5672668"/>
              <a:gd name="connsiteY1" fmla="*/ 0 h 4555068"/>
              <a:gd name="connsiteX2" fmla="*/ 2692401 w 5672668"/>
              <a:gd name="connsiteY2" fmla="*/ 4555068 h 4555068"/>
              <a:gd name="connsiteX3" fmla="*/ 5672668 w 5672668"/>
              <a:gd name="connsiteY3" fmla="*/ 1041401 h 4555068"/>
              <a:gd name="connsiteX0" fmla="*/ 0 w 5638802"/>
              <a:gd name="connsiteY0" fmla="*/ 2006600 h 4555068"/>
              <a:gd name="connsiteX1" fmla="*/ 2616201 w 5638802"/>
              <a:gd name="connsiteY1" fmla="*/ 0 h 4555068"/>
              <a:gd name="connsiteX2" fmla="*/ 2658535 w 5638802"/>
              <a:gd name="connsiteY2" fmla="*/ 4555068 h 4555068"/>
              <a:gd name="connsiteX3" fmla="*/ 5638802 w 5638802"/>
              <a:gd name="connsiteY3" fmla="*/ 1041401 h 4555068"/>
              <a:gd name="connsiteX0" fmla="*/ 0 w 5935135"/>
              <a:gd name="connsiteY0" fmla="*/ 1998134 h 4555068"/>
              <a:gd name="connsiteX1" fmla="*/ 2912534 w 5935135"/>
              <a:gd name="connsiteY1" fmla="*/ 0 h 4555068"/>
              <a:gd name="connsiteX2" fmla="*/ 2954868 w 5935135"/>
              <a:gd name="connsiteY2" fmla="*/ 4555068 h 4555068"/>
              <a:gd name="connsiteX3" fmla="*/ 5935135 w 5935135"/>
              <a:gd name="connsiteY3" fmla="*/ 1041401 h 4555068"/>
              <a:gd name="connsiteX0" fmla="*/ 0 w 5935135"/>
              <a:gd name="connsiteY0" fmla="*/ 1972734 h 4529668"/>
              <a:gd name="connsiteX1" fmla="*/ 2616201 w 5935135"/>
              <a:gd name="connsiteY1" fmla="*/ 0 h 4529668"/>
              <a:gd name="connsiteX2" fmla="*/ 2954868 w 5935135"/>
              <a:gd name="connsiteY2" fmla="*/ 4529668 h 4529668"/>
              <a:gd name="connsiteX3" fmla="*/ 5935135 w 5935135"/>
              <a:gd name="connsiteY3" fmla="*/ 1016001 h 4529668"/>
              <a:gd name="connsiteX0" fmla="*/ 0 w 5477935"/>
              <a:gd name="connsiteY0" fmla="*/ 1989668 h 4529668"/>
              <a:gd name="connsiteX1" fmla="*/ 2159001 w 5477935"/>
              <a:gd name="connsiteY1" fmla="*/ 0 h 4529668"/>
              <a:gd name="connsiteX2" fmla="*/ 2497668 w 5477935"/>
              <a:gd name="connsiteY2" fmla="*/ 4529668 h 4529668"/>
              <a:gd name="connsiteX3" fmla="*/ 5477935 w 5477935"/>
              <a:gd name="connsiteY3" fmla="*/ 1016001 h 4529668"/>
              <a:gd name="connsiteX0" fmla="*/ 0 w 5477935"/>
              <a:gd name="connsiteY0" fmla="*/ 1989668 h 4588935"/>
              <a:gd name="connsiteX1" fmla="*/ 2159001 w 5477935"/>
              <a:gd name="connsiteY1" fmla="*/ 0 h 4588935"/>
              <a:gd name="connsiteX2" fmla="*/ 3318935 w 5477935"/>
              <a:gd name="connsiteY2" fmla="*/ 4588935 h 4588935"/>
              <a:gd name="connsiteX3" fmla="*/ 5477935 w 5477935"/>
              <a:gd name="connsiteY3" fmla="*/ 1016001 h 4588935"/>
              <a:gd name="connsiteX0" fmla="*/ 0 w 5477935"/>
              <a:gd name="connsiteY0" fmla="*/ 1989668 h 4724402"/>
              <a:gd name="connsiteX1" fmla="*/ 2159001 w 5477935"/>
              <a:gd name="connsiteY1" fmla="*/ 0 h 4724402"/>
              <a:gd name="connsiteX2" fmla="*/ 3352802 w 5477935"/>
              <a:gd name="connsiteY2" fmla="*/ 4724402 h 4724402"/>
              <a:gd name="connsiteX3" fmla="*/ 5477935 w 5477935"/>
              <a:gd name="connsiteY3" fmla="*/ 1016001 h 4724402"/>
              <a:gd name="connsiteX0" fmla="*/ 0 w 5291668"/>
              <a:gd name="connsiteY0" fmla="*/ 1972735 h 4724402"/>
              <a:gd name="connsiteX1" fmla="*/ 1972734 w 5291668"/>
              <a:gd name="connsiteY1" fmla="*/ 0 h 4724402"/>
              <a:gd name="connsiteX2" fmla="*/ 3166535 w 5291668"/>
              <a:gd name="connsiteY2" fmla="*/ 4724402 h 4724402"/>
              <a:gd name="connsiteX3" fmla="*/ 5291668 w 5291668"/>
              <a:gd name="connsiteY3" fmla="*/ 1016001 h 4724402"/>
              <a:gd name="connsiteX0" fmla="*/ 0 w 5393268"/>
              <a:gd name="connsiteY0" fmla="*/ 1591735 h 4724402"/>
              <a:gd name="connsiteX1" fmla="*/ 2074334 w 5393268"/>
              <a:gd name="connsiteY1" fmla="*/ 0 h 4724402"/>
              <a:gd name="connsiteX2" fmla="*/ 3268135 w 5393268"/>
              <a:gd name="connsiteY2" fmla="*/ 4724402 h 4724402"/>
              <a:gd name="connsiteX3" fmla="*/ 5393268 w 5393268"/>
              <a:gd name="connsiteY3" fmla="*/ 1016001 h 4724402"/>
              <a:gd name="connsiteX0" fmla="*/ 0 w 5393268"/>
              <a:gd name="connsiteY0" fmla="*/ 1295402 h 4428069"/>
              <a:gd name="connsiteX1" fmla="*/ 2015067 w 5393268"/>
              <a:gd name="connsiteY1" fmla="*/ 0 h 4428069"/>
              <a:gd name="connsiteX2" fmla="*/ 3268135 w 5393268"/>
              <a:gd name="connsiteY2" fmla="*/ 4428069 h 4428069"/>
              <a:gd name="connsiteX3" fmla="*/ 5393268 w 5393268"/>
              <a:gd name="connsiteY3" fmla="*/ 719668 h 4428069"/>
              <a:gd name="connsiteX0" fmla="*/ 0 w 5274735"/>
              <a:gd name="connsiteY0" fmla="*/ 1473202 h 4428069"/>
              <a:gd name="connsiteX1" fmla="*/ 1896534 w 5274735"/>
              <a:gd name="connsiteY1" fmla="*/ 0 h 4428069"/>
              <a:gd name="connsiteX2" fmla="*/ 3149602 w 5274735"/>
              <a:gd name="connsiteY2" fmla="*/ 4428069 h 4428069"/>
              <a:gd name="connsiteX3" fmla="*/ 5274735 w 5274735"/>
              <a:gd name="connsiteY3" fmla="*/ 719668 h 4428069"/>
            </a:gdLst>
            <a:ahLst/>
            <a:cxnLst>
              <a:cxn ang="0">
                <a:pos x="connsiteX0" y="connsiteY0"/>
              </a:cxn>
              <a:cxn ang="0">
                <a:pos x="connsiteX1" y="connsiteY1"/>
              </a:cxn>
              <a:cxn ang="0">
                <a:pos x="connsiteX2" y="connsiteY2"/>
              </a:cxn>
              <a:cxn ang="0">
                <a:pos x="connsiteX3" y="connsiteY3"/>
              </a:cxn>
            </a:cxnLst>
            <a:rect l="l" t="t" r="r" b="b"/>
            <a:pathLst>
              <a:path w="5274735" h="4428069">
                <a:moveTo>
                  <a:pt x="0" y="1473202"/>
                </a:moveTo>
                <a:lnTo>
                  <a:pt x="1896534" y="0"/>
                </a:lnTo>
                <a:lnTo>
                  <a:pt x="3149602" y="4428069"/>
                </a:lnTo>
                <a:lnTo>
                  <a:pt x="5274735" y="719668"/>
                </a:lnTo>
              </a:path>
            </a:pathLst>
          </a:custGeom>
          <a:noFill/>
          <a:ln w="2159000" cap="rnd">
            <a:gradFill flip="none" rotWithShape="1">
              <a:gsLst>
                <a:gs pos="55000">
                  <a:srgbClr val="FFFFFF">
                    <a:alpha val="70000"/>
                  </a:srgbClr>
                </a:gs>
                <a:gs pos="20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Ellipse 8">
            <a:extLst>
              <a:ext uri="{FF2B5EF4-FFF2-40B4-BE49-F238E27FC236}">
                <a16:creationId xmlns:a16="http://schemas.microsoft.com/office/drawing/2014/main" id="{6921E63D-1378-62FE-D6A6-A7B243990133}"/>
              </a:ext>
            </a:extLst>
          </p:cNvPr>
          <p:cNvSpPr/>
          <p:nvPr userDrawn="1"/>
        </p:nvSpPr>
        <p:spPr>
          <a:xfrm>
            <a:off x="3653489" y="2197223"/>
            <a:ext cx="2158755" cy="2158753"/>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space réservé du texte 12">
            <a:extLst>
              <a:ext uri="{FF2B5EF4-FFF2-40B4-BE49-F238E27FC236}">
                <a16:creationId xmlns:a16="http://schemas.microsoft.com/office/drawing/2014/main" id="{59E85013-1526-624C-D36A-CFCECD67C10C}"/>
              </a:ext>
            </a:extLst>
          </p:cNvPr>
          <p:cNvSpPr>
            <a:spLocks noGrp="1"/>
          </p:cNvSpPr>
          <p:nvPr>
            <p:ph type="body" sz="quarter" idx="10" hasCustomPrompt="1"/>
          </p:nvPr>
        </p:nvSpPr>
        <p:spPr>
          <a:xfrm>
            <a:off x="3577167" y="2269067"/>
            <a:ext cx="2294467" cy="1779588"/>
          </a:xfrm>
          <a:prstGeom prst="rect">
            <a:avLst/>
          </a:prstGeom>
        </p:spPr>
        <p:txBody>
          <a:bodyPr>
            <a:noAutofit/>
          </a:bodyPr>
          <a:lstStyle>
            <a:lvl1pPr algn="ctr">
              <a:defRPr sz="11500">
                <a:solidFill>
                  <a:schemeClr val="bg1"/>
                </a:solidFill>
              </a:defRPr>
            </a:lvl1pPr>
          </a:lstStyle>
          <a:p>
            <a:pPr lvl="0"/>
            <a:r>
              <a:rPr lang="fr-FR" dirty="0"/>
              <a:t>1</a:t>
            </a:r>
            <a:endParaRPr lang="en-GB" dirty="0"/>
          </a:p>
        </p:txBody>
      </p:sp>
      <p:sp>
        <p:nvSpPr>
          <p:cNvPr id="4" name="Titre 1">
            <a:extLst>
              <a:ext uri="{FF2B5EF4-FFF2-40B4-BE49-F238E27FC236}">
                <a16:creationId xmlns:a16="http://schemas.microsoft.com/office/drawing/2014/main" id="{E997A602-0268-62EA-4229-C3D02293B2E6}"/>
              </a:ext>
            </a:extLst>
          </p:cNvPr>
          <p:cNvSpPr>
            <a:spLocks noGrp="1"/>
          </p:cNvSpPr>
          <p:nvPr>
            <p:ph type="title"/>
          </p:nvPr>
        </p:nvSpPr>
        <p:spPr>
          <a:xfrm>
            <a:off x="6379758" y="2156012"/>
            <a:ext cx="5127052" cy="1329595"/>
          </a:xfrm>
          <a:prstGeom prst="rect">
            <a:avLst/>
          </a:prstGeom>
        </p:spPr>
        <p:txBody>
          <a:bodyPr wrap="square" lIns="90000" anchor="b">
            <a:noAutofit/>
          </a:bodyPr>
          <a:lstStyle>
            <a:lvl1pPr>
              <a:defRPr sz="4800"/>
            </a:lvl1pPr>
          </a:lstStyle>
          <a:p>
            <a:r>
              <a:rPr lang="fr-FR" dirty="0"/>
              <a:t>Modifiez le style du titre</a:t>
            </a:r>
            <a:endParaRPr lang="en-US" dirty="0"/>
          </a:p>
        </p:txBody>
      </p:sp>
      <p:sp>
        <p:nvSpPr>
          <p:cNvPr id="5" name="Espace réservé du texte 2">
            <a:extLst>
              <a:ext uri="{FF2B5EF4-FFF2-40B4-BE49-F238E27FC236}">
                <a16:creationId xmlns:a16="http://schemas.microsoft.com/office/drawing/2014/main" id="{0A4C3E9D-DA0B-F12E-BCAB-610ED5298256}"/>
              </a:ext>
            </a:extLst>
          </p:cNvPr>
          <p:cNvSpPr>
            <a:spLocks noGrp="1"/>
          </p:cNvSpPr>
          <p:nvPr>
            <p:ph type="body" idx="1"/>
          </p:nvPr>
        </p:nvSpPr>
        <p:spPr>
          <a:xfrm>
            <a:off x="6379758" y="3512595"/>
            <a:ext cx="5127052" cy="1500187"/>
          </a:xfrm>
          <a:prstGeom prst="rect">
            <a:avLst/>
          </a:prstGeom>
        </p:spPr>
        <p:txBody>
          <a:bodyPr>
            <a:normAutofit/>
          </a:bodyPr>
          <a:lstStyle>
            <a:lvl1pPr marL="0" indent="0">
              <a:buNone/>
              <a:defRPr sz="3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Cliquez pour modifier les styles du texte du masque</a:t>
            </a:r>
          </a:p>
        </p:txBody>
      </p:sp>
      <p:grpSp>
        <p:nvGrpSpPr>
          <p:cNvPr id="3" name="Graphique 9">
            <a:extLst>
              <a:ext uri="{FF2B5EF4-FFF2-40B4-BE49-F238E27FC236}">
                <a16:creationId xmlns:a16="http://schemas.microsoft.com/office/drawing/2014/main" id="{9455C291-B0D3-52BC-DD43-F909720960DA}"/>
              </a:ext>
            </a:extLst>
          </p:cNvPr>
          <p:cNvGrpSpPr/>
          <p:nvPr userDrawn="1"/>
        </p:nvGrpSpPr>
        <p:grpSpPr>
          <a:xfrm>
            <a:off x="10854273" y="6451996"/>
            <a:ext cx="766931" cy="219810"/>
            <a:chOff x="3505759" y="528463"/>
            <a:chExt cx="5396928" cy="1546814"/>
          </a:xfrm>
        </p:grpSpPr>
        <p:sp>
          <p:nvSpPr>
            <p:cNvPr id="6" name="Forme libre 5">
              <a:extLst>
                <a:ext uri="{FF2B5EF4-FFF2-40B4-BE49-F238E27FC236}">
                  <a16:creationId xmlns:a16="http://schemas.microsoft.com/office/drawing/2014/main" id="{0EC4B223-8C3D-56D8-5E85-F93DD7862A3E}"/>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2"/>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AD44596B-BB67-CBBE-DA55-E0EA5434F777}"/>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5CB7DF9B-44FE-6335-43E7-B2931A893F22}"/>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2" name="Forme libre 11">
              <a:extLst>
                <a:ext uri="{FF2B5EF4-FFF2-40B4-BE49-F238E27FC236}">
                  <a16:creationId xmlns:a16="http://schemas.microsoft.com/office/drawing/2014/main" id="{AA5864A9-B2A5-B6BF-31F7-D2A3DF2D9387}"/>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4" name="Forme libre 13">
              <a:extLst>
                <a:ext uri="{FF2B5EF4-FFF2-40B4-BE49-F238E27FC236}">
                  <a16:creationId xmlns:a16="http://schemas.microsoft.com/office/drawing/2014/main" id="{59658F56-E98A-498E-79AA-C5676CFE34E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0EC09FEB-2B7F-4838-C3CC-859B4E5732B4}"/>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28" name="Forme libre 27">
              <a:extLst>
                <a:ext uri="{FF2B5EF4-FFF2-40B4-BE49-F238E27FC236}">
                  <a16:creationId xmlns:a16="http://schemas.microsoft.com/office/drawing/2014/main" id="{F9BD3859-5A00-4DCA-071B-E7C3A39F6303}"/>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2808A1BB-7CAD-ED4C-9F7E-8864F9823FEC}"/>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EEFE352E-96C5-E37F-16DA-83B3E185E046}"/>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31" name="Forme libre 30">
              <a:extLst>
                <a:ext uri="{FF2B5EF4-FFF2-40B4-BE49-F238E27FC236}">
                  <a16:creationId xmlns:a16="http://schemas.microsoft.com/office/drawing/2014/main" id="{E5A7C1A0-226D-14AA-8698-3AD73CAF48B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2" name="Forme libre 31">
              <a:extLst>
                <a:ext uri="{FF2B5EF4-FFF2-40B4-BE49-F238E27FC236}">
                  <a16:creationId xmlns:a16="http://schemas.microsoft.com/office/drawing/2014/main" id="{C375CE03-DA7A-133C-DE6F-F6BD2107D2E5}"/>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cxnSp>
        <p:nvCxnSpPr>
          <p:cNvPr id="33" name="Connecteur droit 32">
            <a:extLst>
              <a:ext uri="{FF2B5EF4-FFF2-40B4-BE49-F238E27FC236}">
                <a16:creationId xmlns:a16="http://schemas.microsoft.com/office/drawing/2014/main" id="{281FCDBF-A311-0B6C-DB1F-495D1B6A2122}"/>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Espace réservé du numéro de diapositive 5">
            <a:extLst>
              <a:ext uri="{FF2B5EF4-FFF2-40B4-BE49-F238E27FC236}">
                <a16:creationId xmlns:a16="http://schemas.microsoft.com/office/drawing/2014/main" id="{0ABCEB62-1F99-D4DF-9D84-0CE3CDC5B9D7}"/>
              </a:ext>
            </a:extLst>
          </p:cNvPr>
          <p:cNvSpPr>
            <a:spLocks noGrp="1"/>
          </p:cNvSpPr>
          <p:nvPr>
            <p:ph type="sldNum" sz="quarter" idx="4"/>
          </p:nvPr>
        </p:nvSpPr>
        <p:spPr>
          <a:xfrm>
            <a:off x="11738338" y="6390217"/>
            <a:ext cx="445191" cy="365125"/>
          </a:xfrm>
          <a:prstGeom prst="rect">
            <a:avLst/>
          </a:prstGeom>
        </p:spPr>
        <p:txBody>
          <a:bodyPr vert="horz" lIns="91440" tIns="45720" rIns="91440" bIns="45720" rtlCol="0" anchor="ctr"/>
          <a:lstStyle>
            <a:lvl1pPr algn="l">
              <a:defRPr sz="1050">
                <a:solidFill>
                  <a:schemeClr val="tx1"/>
                </a:solidFill>
                <a:latin typeface="+mj-lt"/>
              </a:defRPr>
            </a:lvl1pPr>
          </a:lstStyle>
          <a:p>
            <a:fld id="{BD8650C1-FE00-47B0-973D-77306D8B837F}" type="slidenum">
              <a:rPr lang="en-US" smtClean="0"/>
              <a:pPr/>
              <a:t>‹N°›</a:t>
            </a:fld>
            <a:endParaRPr lang="en-US"/>
          </a:p>
        </p:txBody>
      </p:sp>
    </p:spTree>
    <p:extLst>
      <p:ext uri="{BB962C8B-B14F-4D97-AF65-F5344CB8AC3E}">
        <p14:creationId xmlns:p14="http://schemas.microsoft.com/office/powerpoint/2010/main" val="40574798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5" name="Rectangle 4">
            <a:extLst>
              <a:ext uri="{FF2B5EF4-FFF2-40B4-BE49-F238E27FC236}">
                <a16:creationId xmlns:a16="http://schemas.microsoft.com/office/drawing/2014/main" id="{489B669A-E639-C70E-5546-E0298C71E44A}"/>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4">
            <a:extLst>
              <a:ext uri="{FF2B5EF4-FFF2-40B4-BE49-F238E27FC236}">
                <a16:creationId xmlns:a16="http://schemas.microsoft.com/office/drawing/2014/main" id="{B2E58B4C-9F1D-162A-D22F-C5967988402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475" r="49840"/>
          <a:stretch/>
        </p:blipFill>
        <p:spPr>
          <a:xfrm flipH="1">
            <a:off x="0" y="124802"/>
            <a:ext cx="4114800" cy="6608395"/>
          </a:xfrm>
          <a:prstGeom prst="rect">
            <a:avLst/>
          </a:prstGeom>
        </p:spPr>
      </p:pic>
    </p:spTree>
    <p:extLst>
      <p:ext uri="{BB962C8B-B14F-4D97-AF65-F5344CB8AC3E}">
        <p14:creationId xmlns:p14="http://schemas.microsoft.com/office/powerpoint/2010/main" val="3107416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ommair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5" name="Rectangle 4">
            <a:extLst>
              <a:ext uri="{FF2B5EF4-FFF2-40B4-BE49-F238E27FC236}">
                <a16:creationId xmlns:a16="http://schemas.microsoft.com/office/drawing/2014/main" id="{489B669A-E639-C70E-5546-E0298C71E44A}"/>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73393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u ">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FA50C90-BBDB-06C8-9563-F8ACF438059E}"/>
              </a:ext>
            </a:extLst>
          </p:cNvPr>
          <p:cNvSpPr>
            <a:spLocks noGrp="1"/>
          </p:cNvSpPr>
          <p:nvPr>
            <p:ph idx="1"/>
          </p:nvPr>
        </p:nvSpPr>
        <p:spPr>
          <a:xfrm>
            <a:off x="410308" y="1634372"/>
            <a:ext cx="11371384"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645715B6-1D68-A593-040D-EDBA01F58ADC}"/>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2" name="object 9">
            <a:extLst>
              <a:ext uri="{FF2B5EF4-FFF2-40B4-BE49-F238E27FC236}">
                <a16:creationId xmlns:a16="http://schemas.microsoft.com/office/drawing/2014/main" id="{8CFAEBDB-3DBD-05E4-6FF8-6C65CE4E0CDD}"/>
              </a:ext>
            </a:extLst>
          </p:cNvPr>
          <p:cNvSpPr/>
          <p:nvPr userDrawn="1"/>
        </p:nvSpPr>
        <p:spPr>
          <a:xfrm>
            <a:off x="0" y="1"/>
            <a:ext cx="12284364" cy="1120532"/>
          </a:xfrm>
          <a:custGeom>
            <a:avLst/>
            <a:gdLst/>
            <a:ahLst/>
            <a:cxnLst/>
            <a:rect l="l" t="t" r="r" b="b"/>
            <a:pathLst>
              <a:path w="7920355" h="1417955">
                <a:moveTo>
                  <a:pt x="7919999" y="0"/>
                </a:moveTo>
                <a:lnTo>
                  <a:pt x="0" y="0"/>
                </a:lnTo>
                <a:lnTo>
                  <a:pt x="0" y="1417840"/>
                </a:lnTo>
                <a:lnTo>
                  <a:pt x="7919999" y="1417840"/>
                </a:lnTo>
                <a:lnTo>
                  <a:pt x="7919999" y="0"/>
                </a:lnTo>
                <a:close/>
              </a:path>
            </a:pathLst>
          </a:custGeom>
          <a:solidFill>
            <a:srgbClr val="FFCD00"/>
          </a:solidFill>
        </p:spPr>
        <p:txBody>
          <a:bodyPr wrap="square" lIns="0" tIns="0" rIns="0" bIns="0" rtlCol="0"/>
          <a:lstStyle/>
          <a:p>
            <a:endParaRPr/>
          </a:p>
        </p:txBody>
      </p:sp>
      <p:pic>
        <p:nvPicPr>
          <p:cNvPr id="4" name="Image 3">
            <a:extLst>
              <a:ext uri="{FF2B5EF4-FFF2-40B4-BE49-F238E27FC236}">
                <a16:creationId xmlns:a16="http://schemas.microsoft.com/office/drawing/2014/main" id="{E99551A2-D25D-F97C-6DC8-CBECE017834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l="6465" t="19991" b="32128"/>
          <a:stretch>
            <a:fillRect/>
          </a:stretch>
        </p:blipFill>
        <p:spPr>
          <a:xfrm>
            <a:off x="1" y="0"/>
            <a:ext cx="2189018" cy="1120534"/>
          </a:xfrm>
          <a:prstGeom prst="rect">
            <a:avLst/>
          </a:prstGeom>
        </p:spPr>
      </p:pic>
    </p:spTree>
    <p:extLst>
      <p:ext uri="{BB962C8B-B14F-4D97-AF65-F5344CB8AC3E}">
        <p14:creationId xmlns:p14="http://schemas.microsoft.com/office/powerpoint/2010/main" val="653954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 photon jaune">
    <p:spTree>
      <p:nvGrpSpPr>
        <p:cNvPr id="1" name=""/>
        <p:cNvGrpSpPr/>
        <p:nvPr/>
      </p:nvGrpSpPr>
      <p:grpSpPr>
        <a:xfrm>
          <a:off x="0" y="0"/>
          <a:ext cx="0" cy="0"/>
          <a:chOff x="0" y="0"/>
          <a:chExt cx="0" cy="0"/>
        </a:xfrm>
      </p:grpSpPr>
      <p:sp>
        <p:nvSpPr>
          <p:cNvPr id="7" name="Forme libre 6">
            <a:extLst>
              <a:ext uri="{FF2B5EF4-FFF2-40B4-BE49-F238E27FC236}">
                <a16:creationId xmlns:a16="http://schemas.microsoft.com/office/drawing/2014/main" id="{B6D08255-A45B-2B2E-EC5B-A152AFBBAC08}"/>
              </a:ext>
            </a:extLst>
          </p:cNvPr>
          <p:cNvSpPr/>
          <p:nvPr userDrawn="1"/>
        </p:nvSpPr>
        <p:spPr>
          <a:xfrm>
            <a:off x="5174815" y="666717"/>
            <a:ext cx="6519727" cy="4638794"/>
          </a:xfrm>
          <a:custGeom>
            <a:avLst/>
            <a:gdLst>
              <a:gd name="connsiteX0" fmla="*/ 2751667 w 3175000"/>
              <a:gd name="connsiteY0" fmla="*/ 6324600 h 6324600"/>
              <a:gd name="connsiteX1" fmla="*/ 0 w 3175000"/>
              <a:gd name="connsiteY1" fmla="*/ 3886200 h 6324600"/>
              <a:gd name="connsiteX2" fmla="*/ 3175000 w 3175000"/>
              <a:gd name="connsiteY2" fmla="*/ 0 h 6324600"/>
              <a:gd name="connsiteX0" fmla="*/ 5242884 w 5242884"/>
              <a:gd name="connsiteY0" fmla="*/ 5378323 h 5378323"/>
              <a:gd name="connsiteX1" fmla="*/ 0 w 5242884"/>
              <a:gd name="connsiteY1" fmla="*/ 3886200 h 5378323"/>
              <a:gd name="connsiteX2" fmla="*/ 3175000 w 5242884"/>
              <a:gd name="connsiteY2" fmla="*/ 0 h 5378323"/>
              <a:gd name="connsiteX0" fmla="*/ 4315920 w 4315920"/>
              <a:gd name="connsiteY0" fmla="*/ 6257008 h 6257008"/>
              <a:gd name="connsiteX1" fmla="*/ 0 w 4315920"/>
              <a:gd name="connsiteY1" fmla="*/ 3886200 h 6257008"/>
              <a:gd name="connsiteX2" fmla="*/ 3175000 w 4315920"/>
              <a:gd name="connsiteY2" fmla="*/ 0 h 6257008"/>
              <a:gd name="connsiteX0" fmla="*/ 4267640 w 4267640"/>
              <a:gd name="connsiteY0" fmla="*/ 6546684 h 6546684"/>
              <a:gd name="connsiteX1" fmla="*/ 0 w 4267640"/>
              <a:gd name="connsiteY1" fmla="*/ 3886200 h 6546684"/>
              <a:gd name="connsiteX2" fmla="*/ 3175000 w 4267640"/>
              <a:gd name="connsiteY2" fmla="*/ 0 h 6546684"/>
              <a:gd name="connsiteX0" fmla="*/ 3948996 w 3948996"/>
              <a:gd name="connsiteY0" fmla="*/ 6546684 h 6546684"/>
              <a:gd name="connsiteX1" fmla="*/ 0 w 3948996"/>
              <a:gd name="connsiteY1" fmla="*/ 3306847 h 6546684"/>
              <a:gd name="connsiteX2" fmla="*/ 2856356 w 3948996"/>
              <a:gd name="connsiteY2" fmla="*/ 0 h 6546684"/>
              <a:gd name="connsiteX0" fmla="*/ 4335232 w 4335232"/>
              <a:gd name="connsiteY0" fmla="*/ 7367434 h 7367434"/>
              <a:gd name="connsiteX1" fmla="*/ 0 w 4335232"/>
              <a:gd name="connsiteY1" fmla="*/ 3306847 h 7367434"/>
              <a:gd name="connsiteX2" fmla="*/ 2856356 w 4335232"/>
              <a:gd name="connsiteY2" fmla="*/ 0 h 7367434"/>
              <a:gd name="connsiteX0" fmla="*/ 3833127 w 3833127"/>
              <a:gd name="connsiteY0" fmla="*/ 6884640 h 6884640"/>
              <a:gd name="connsiteX1" fmla="*/ 0 w 3833127"/>
              <a:gd name="connsiteY1" fmla="*/ 3306847 h 6884640"/>
              <a:gd name="connsiteX2" fmla="*/ 2856356 w 3833127"/>
              <a:gd name="connsiteY2" fmla="*/ 0 h 6884640"/>
              <a:gd name="connsiteX0" fmla="*/ 3920030 w 3920030"/>
              <a:gd name="connsiteY0" fmla="*/ 7000511 h 7000511"/>
              <a:gd name="connsiteX1" fmla="*/ 0 w 3920030"/>
              <a:gd name="connsiteY1" fmla="*/ 3306847 h 7000511"/>
              <a:gd name="connsiteX2" fmla="*/ 2856356 w 3920030"/>
              <a:gd name="connsiteY2" fmla="*/ 0 h 7000511"/>
              <a:gd name="connsiteX0" fmla="*/ 0 w 6963151"/>
              <a:gd name="connsiteY0" fmla="*/ 733847 h 3306847"/>
              <a:gd name="connsiteX1" fmla="*/ 4106794 w 6963151"/>
              <a:gd name="connsiteY1" fmla="*/ 3306847 h 3306847"/>
              <a:gd name="connsiteX2" fmla="*/ 6963150 w 6963151"/>
              <a:gd name="connsiteY2" fmla="*/ 0 h 3306847"/>
              <a:gd name="connsiteX0" fmla="*/ 0 w 6963149"/>
              <a:gd name="connsiteY0" fmla="*/ 733847 h 5363549"/>
              <a:gd name="connsiteX1" fmla="*/ 3849249 w 6963149"/>
              <a:gd name="connsiteY1" fmla="*/ 5363549 h 5363549"/>
              <a:gd name="connsiteX2" fmla="*/ 6963150 w 6963149"/>
              <a:gd name="connsiteY2" fmla="*/ 0 h 5363549"/>
              <a:gd name="connsiteX0" fmla="*/ 0 w 6133284"/>
              <a:gd name="connsiteY0" fmla="*/ 2578121 h 5363549"/>
              <a:gd name="connsiteX1" fmla="*/ 3019382 w 6133284"/>
              <a:gd name="connsiteY1" fmla="*/ 5363549 h 5363549"/>
              <a:gd name="connsiteX2" fmla="*/ 6133283 w 6133284"/>
              <a:gd name="connsiteY2" fmla="*/ 0 h 5363549"/>
              <a:gd name="connsiteX0" fmla="*/ 0 w 6490984"/>
              <a:gd name="connsiteY0" fmla="*/ 2703648 h 5363549"/>
              <a:gd name="connsiteX1" fmla="*/ 3377084 w 6490984"/>
              <a:gd name="connsiteY1" fmla="*/ 5363549 h 5363549"/>
              <a:gd name="connsiteX2" fmla="*/ 6490985 w 6490984"/>
              <a:gd name="connsiteY2" fmla="*/ 0 h 5363549"/>
              <a:gd name="connsiteX0" fmla="*/ 0 w 6405137"/>
              <a:gd name="connsiteY0" fmla="*/ 1728405 h 5363549"/>
              <a:gd name="connsiteX1" fmla="*/ 3291236 w 6405137"/>
              <a:gd name="connsiteY1" fmla="*/ 5363549 h 5363549"/>
              <a:gd name="connsiteX2" fmla="*/ 6405137 w 6405137"/>
              <a:gd name="connsiteY2" fmla="*/ 0 h 5363549"/>
              <a:gd name="connsiteX0" fmla="*/ 0 w 6533910"/>
              <a:gd name="connsiteY0" fmla="*/ 2008425 h 5363549"/>
              <a:gd name="connsiteX1" fmla="*/ 3420009 w 6533910"/>
              <a:gd name="connsiteY1" fmla="*/ 5363549 h 5363549"/>
              <a:gd name="connsiteX2" fmla="*/ 6533910 w 6533910"/>
              <a:gd name="connsiteY2" fmla="*/ 0 h 5363549"/>
              <a:gd name="connsiteX0" fmla="*/ 0 w 5847123"/>
              <a:gd name="connsiteY0" fmla="*/ 2433284 h 5363549"/>
              <a:gd name="connsiteX1" fmla="*/ 2733222 w 5847123"/>
              <a:gd name="connsiteY1" fmla="*/ 5363549 h 5363549"/>
              <a:gd name="connsiteX2" fmla="*/ 5847123 w 5847123"/>
              <a:gd name="connsiteY2" fmla="*/ 0 h 5363549"/>
              <a:gd name="connsiteX0" fmla="*/ 0 w 5847123"/>
              <a:gd name="connsiteY0" fmla="*/ 2433284 h 5575978"/>
              <a:gd name="connsiteX1" fmla="*/ 3191079 w 5847123"/>
              <a:gd name="connsiteY1" fmla="*/ 5575978 h 5575978"/>
              <a:gd name="connsiteX2" fmla="*/ 5847123 w 5847123"/>
              <a:gd name="connsiteY2" fmla="*/ 0 h 5575978"/>
              <a:gd name="connsiteX0" fmla="*/ 0 w 5847123"/>
              <a:gd name="connsiteY0" fmla="*/ 2433284 h 5633913"/>
              <a:gd name="connsiteX1" fmla="*/ 2933534 w 5847123"/>
              <a:gd name="connsiteY1" fmla="*/ 5633913 h 5633913"/>
              <a:gd name="connsiteX2" fmla="*/ 5847123 w 5847123"/>
              <a:gd name="connsiteY2" fmla="*/ 0 h 5633913"/>
              <a:gd name="connsiteX0" fmla="*/ 0 w 6448062"/>
              <a:gd name="connsiteY0" fmla="*/ 2056704 h 5633913"/>
              <a:gd name="connsiteX1" fmla="*/ 3534473 w 6448062"/>
              <a:gd name="connsiteY1" fmla="*/ 5633913 h 5633913"/>
              <a:gd name="connsiteX2" fmla="*/ 6448062 w 6448062"/>
              <a:gd name="connsiteY2" fmla="*/ 0 h 5633913"/>
              <a:gd name="connsiteX0" fmla="*/ 0 w 6476678"/>
              <a:gd name="connsiteY0" fmla="*/ 2442939 h 5633913"/>
              <a:gd name="connsiteX1" fmla="*/ 3563089 w 6476678"/>
              <a:gd name="connsiteY1" fmla="*/ 5633913 h 5633913"/>
              <a:gd name="connsiteX2" fmla="*/ 6476678 w 6476678"/>
              <a:gd name="connsiteY2" fmla="*/ 0 h 5633913"/>
              <a:gd name="connsiteX0" fmla="*/ 0 w 6262057"/>
              <a:gd name="connsiteY0" fmla="*/ 2568464 h 5633913"/>
              <a:gd name="connsiteX1" fmla="*/ 3348468 w 6262057"/>
              <a:gd name="connsiteY1" fmla="*/ 5633913 h 5633913"/>
              <a:gd name="connsiteX2" fmla="*/ 6262057 w 6262057"/>
              <a:gd name="connsiteY2" fmla="*/ 0 h 5633913"/>
              <a:gd name="connsiteX0" fmla="*/ 0 w 6405138"/>
              <a:gd name="connsiteY0" fmla="*/ 2047047 h 5633913"/>
              <a:gd name="connsiteX1" fmla="*/ 3491549 w 6405138"/>
              <a:gd name="connsiteY1" fmla="*/ 5633913 h 5633913"/>
              <a:gd name="connsiteX2" fmla="*/ 6405138 w 6405138"/>
              <a:gd name="connsiteY2" fmla="*/ 0 h 5633913"/>
              <a:gd name="connsiteX0" fmla="*/ 0 w 6834380"/>
              <a:gd name="connsiteY0" fmla="*/ 2085671 h 5633913"/>
              <a:gd name="connsiteX1" fmla="*/ 3920791 w 6834380"/>
              <a:gd name="connsiteY1" fmla="*/ 5633913 h 5633913"/>
              <a:gd name="connsiteX2" fmla="*/ 6834380 w 6834380"/>
              <a:gd name="connsiteY2" fmla="*/ 0 h 5633913"/>
              <a:gd name="connsiteX0" fmla="*/ 0 w 15233215"/>
              <a:gd name="connsiteY0" fmla="*/ 3910632 h 7458874"/>
              <a:gd name="connsiteX1" fmla="*/ 3920791 w 15233215"/>
              <a:gd name="connsiteY1" fmla="*/ 7458874 h 7458874"/>
              <a:gd name="connsiteX2" fmla="*/ 15233215 w 15233215"/>
              <a:gd name="connsiteY2" fmla="*/ 0 h 7458874"/>
              <a:gd name="connsiteX0" fmla="*/ 0 w 14160110"/>
              <a:gd name="connsiteY0" fmla="*/ 3466461 h 7014703"/>
              <a:gd name="connsiteX1" fmla="*/ 3920791 w 14160110"/>
              <a:gd name="connsiteY1" fmla="*/ 7014703 h 7014703"/>
              <a:gd name="connsiteX2" fmla="*/ 14160110 w 14160110"/>
              <a:gd name="connsiteY2" fmla="*/ 0 h 7014703"/>
              <a:gd name="connsiteX0" fmla="*/ 0 w 13816716"/>
              <a:gd name="connsiteY0" fmla="*/ 3060914 h 6609156"/>
              <a:gd name="connsiteX1" fmla="*/ 3920791 w 13816716"/>
              <a:gd name="connsiteY1" fmla="*/ 6609156 h 6609156"/>
              <a:gd name="connsiteX2" fmla="*/ 13816716 w 13816716"/>
              <a:gd name="connsiteY2" fmla="*/ 0 h 6609156"/>
              <a:gd name="connsiteX0" fmla="*/ 0 w 13473322"/>
              <a:gd name="connsiteY0" fmla="*/ 2964355 h 6512597"/>
              <a:gd name="connsiteX1" fmla="*/ 3920791 w 13473322"/>
              <a:gd name="connsiteY1" fmla="*/ 6512597 h 6512597"/>
              <a:gd name="connsiteX2" fmla="*/ 13473322 w 13473322"/>
              <a:gd name="connsiteY2" fmla="*/ 0 h 6512597"/>
              <a:gd name="connsiteX0" fmla="*/ 0 w 13473322"/>
              <a:gd name="connsiteY0" fmla="*/ 2964355 h 5923588"/>
              <a:gd name="connsiteX1" fmla="*/ 5880996 w 13473322"/>
              <a:gd name="connsiteY1" fmla="*/ 5923588 h 5923588"/>
              <a:gd name="connsiteX2" fmla="*/ 13473322 w 13473322"/>
              <a:gd name="connsiteY2" fmla="*/ 0 h 5923588"/>
              <a:gd name="connsiteX0" fmla="*/ 0 w 13473322"/>
              <a:gd name="connsiteY0" fmla="*/ 2964355 h 5855998"/>
              <a:gd name="connsiteX1" fmla="*/ 6424704 w 13473322"/>
              <a:gd name="connsiteY1" fmla="*/ 5855998 h 5855998"/>
              <a:gd name="connsiteX2" fmla="*/ 13473322 w 13473322"/>
              <a:gd name="connsiteY2" fmla="*/ 0 h 5855998"/>
              <a:gd name="connsiteX0" fmla="*/ 0 w 13473322"/>
              <a:gd name="connsiteY0" fmla="*/ 2964355 h 6531910"/>
              <a:gd name="connsiteX1" fmla="*/ 6396086 w 13473322"/>
              <a:gd name="connsiteY1" fmla="*/ 6531910 h 6531910"/>
              <a:gd name="connsiteX2" fmla="*/ 13473322 w 13473322"/>
              <a:gd name="connsiteY2" fmla="*/ 0 h 6531910"/>
              <a:gd name="connsiteX0" fmla="*/ 0 w 13473322"/>
              <a:gd name="connsiteY0" fmla="*/ 2964355 h 7149887"/>
              <a:gd name="connsiteX1" fmla="*/ 6710864 w 13473322"/>
              <a:gd name="connsiteY1" fmla="*/ 7149887 h 7149887"/>
              <a:gd name="connsiteX2" fmla="*/ 13473322 w 13473322"/>
              <a:gd name="connsiteY2" fmla="*/ 0 h 7149887"/>
              <a:gd name="connsiteX0" fmla="*/ 0 w 13473322"/>
              <a:gd name="connsiteY0" fmla="*/ 2964355 h 7642337"/>
              <a:gd name="connsiteX1" fmla="*/ 6367471 w 13473322"/>
              <a:gd name="connsiteY1" fmla="*/ 7642337 h 7642337"/>
              <a:gd name="connsiteX2" fmla="*/ 13473322 w 13473322"/>
              <a:gd name="connsiteY2" fmla="*/ 0 h 7642337"/>
              <a:gd name="connsiteX0" fmla="*/ 0 w 13473322"/>
              <a:gd name="connsiteY0" fmla="*/ 2964355 h 7246445"/>
              <a:gd name="connsiteX1" fmla="*/ 7869817 w 13473322"/>
              <a:gd name="connsiteY1" fmla="*/ 7246445 h 7246445"/>
              <a:gd name="connsiteX2" fmla="*/ 13473322 w 13473322"/>
              <a:gd name="connsiteY2" fmla="*/ 0 h 7246445"/>
              <a:gd name="connsiteX0" fmla="*/ 0 w 13473322"/>
              <a:gd name="connsiteY0" fmla="*/ 2964355 h 7198165"/>
              <a:gd name="connsiteX1" fmla="*/ 7397651 w 13473322"/>
              <a:gd name="connsiteY1" fmla="*/ 7198165 h 7198165"/>
              <a:gd name="connsiteX2" fmla="*/ 13473322 w 13473322"/>
              <a:gd name="connsiteY2" fmla="*/ 0 h 7198165"/>
              <a:gd name="connsiteX0" fmla="*/ 0 w 13358858"/>
              <a:gd name="connsiteY0" fmla="*/ 3118849 h 7352659"/>
              <a:gd name="connsiteX1" fmla="*/ 7397651 w 13358858"/>
              <a:gd name="connsiteY1" fmla="*/ 7352659 h 7352659"/>
              <a:gd name="connsiteX2" fmla="*/ 13358858 w 13358858"/>
              <a:gd name="connsiteY2" fmla="*/ 0 h 7352659"/>
              <a:gd name="connsiteX0" fmla="*/ 0 w 13244394"/>
              <a:gd name="connsiteY0" fmla="*/ 3041602 h 7275412"/>
              <a:gd name="connsiteX1" fmla="*/ 7397651 w 13244394"/>
              <a:gd name="connsiteY1" fmla="*/ 7275412 h 7275412"/>
              <a:gd name="connsiteX2" fmla="*/ 13244394 w 13244394"/>
              <a:gd name="connsiteY2" fmla="*/ 0 h 7275412"/>
              <a:gd name="connsiteX0" fmla="*/ 0 w 13244394"/>
              <a:gd name="connsiteY0" fmla="*/ 3041602 h 7207822"/>
              <a:gd name="connsiteX1" fmla="*/ 7082873 w 13244394"/>
              <a:gd name="connsiteY1" fmla="*/ 7207822 h 7207822"/>
              <a:gd name="connsiteX2" fmla="*/ 13244394 w 13244394"/>
              <a:gd name="connsiteY2" fmla="*/ 0 h 7207822"/>
              <a:gd name="connsiteX0" fmla="*/ 0 w 11998208"/>
              <a:gd name="connsiteY0" fmla="*/ 1617516 h 7207822"/>
              <a:gd name="connsiteX1" fmla="*/ 5836687 w 11998208"/>
              <a:gd name="connsiteY1" fmla="*/ 7207822 h 7207822"/>
              <a:gd name="connsiteX2" fmla="*/ 11998208 w 11998208"/>
              <a:gd name="connsiteY2" fmla="*/ 0 h 7207822"/>
              <a:gd name="connsiteX0" fmla="*/ 0 w 11998208"/>
              <a:gd name="connsiteY0" fmla="*/ 1617516 h 6557452"/>
              <a:gd name="connsiteX1" fmla="*/ 5354830 w 11998208"/>
              <a:gd name="connsiteY1" fmla="*/ 6557452 h 6557452"/>
              <a:gd name="connsiteX2" fmla="*/ 11998208 w 11998208"/>
              <a:gd name="connsiteY2" fmla="*/ 0 h 6557452"/>
              <a:gd name="connsiteX0" fmla="*/ 0 w 11998208"/>
              <a:gd name="connsiteY0" fmla="*/ 1617516 h 5873442"/>
              <a:gd name="connsiteX1" fmla="*/ 5255134 w 11998208"/>
              <a:gd name="connsiteY1" fmla="*/ 5873442 h 5873442"/>
              <a:gd name="connsiteX2" fmla="*/ 11998208 w 11998208"/>
              <a:gd name="connsiteY2" fmla="*/ 0 h 5873442"/>
              <a:gd name="connsiteX0" fmla="*/ 0 w 12297292"/>
              <a:gd name="connsiteY0" fmla="*/ 1595089 h 5851015"/>
              <a:gd name="connsiteX1" fmla="*/ 5255134 w 12297292"/>
              <a:gd name="connsiteY1" fmla="*/ 5851015 h 5851015"/>
              <a:gd name="connsiteX2" fmla="*/ 12297292 w 12297292"/>
              <a:gd name="connsiteY2" fmla="*/ 0 h 5851015"/>
              <a:gd name="connsiteX0" fmla="*/ 0 w 12297292"/>
              <a:gd name="connsiteY0" fmla="*/ 1595089 h 5492190"/>
              <a:gd name="connsiteX1" fmla="*/ 5238517 w 12297292"/>
              <a:gd name="connsiteY1" fmla="*/ 5492190 h 5492190"/>
              <a:gd name="connsiteX2" fmla="*/ 12297292 w 12297292"/>
              <a:gd name="connsiteY2" fmla="*/ 0 h 5492190"/>
              <a:gd name="connsiteX0" fmla="*/ 0 w 12297292"/>
              <a:gd name="connsiteY0" fmla="*/ 1595089 h 5077299"/>
              <a:gd name="connsiteX1" fmla="*/ 5338213 w 12297292"/>
              <a:gd name="connsiteY1" fmla="*/ 5077299 h 5077299"/>
              <a:gd name="connsiteX2" fmla="*/ 12297292 w 12297292"/>
              <a:gd name="connsiteY2" fmla="*/ 0 h 5077299"/>
              <a:gd name="connsiteX0" fmla="*/ 0 w 11300342"/>
              <a:gd name="connsiteY0" fmla="*/ 1157771 h 5077299"/>
              <a:gd name="connsiteX1" fmla="*/ 4341263 w 11300342"/>
              <a:gd name="connsiteY1" fmla="*/ 5077299 h 5077299"/>
              <a:gd name="connsiteX2" fmla="*/ 11300342 w 11300342"/>
              <a:gd name="connsiteY2" fmla="*/ 0 h 5077299"/>
              <a:gd name="connsiteX0" fmla="*/ 0 w 11167416"/>
              <a:gd name="connsiteY0" fmla="*/ 1325970 h 5245498"/>
              <a:gd name="connsiteX1" fmla="*/ 4341263 w 11167416"/>
              <a:gd name="connsiteY1" fmla="*/ 5245498 h 5245498"/>
              <a:gd name="connsiteX2" fmla="*/ 11167416 w 11167416"/>
              <a:gd name="connsiteY2" fmla="*/ 0 h 5245498"/>
              <a:gd name="connsiteX0" fmla="*/ 0 w 11167416"/>
              <a:gd name="connsiteY0" fmla="*/ 1325970 h 5391270"/>
              <a:gd name="connsiteX1" fmla="*/ 5321598 w 11167416"/>
              <a:gd name="connsiteY1" fmla="*/ 5391270 h 5391270"/>
              <a:gd name="connsiteX2" fmla="*/ 11167416 w 11167416"/>
              <a:gd name="connsiteY2" fmla="*/ 0 h 5391270"/>
              <a:gd name="connsiteX0" fmla="*/ 0 w 11167416"/>
              <a:gd name="connsiteY0" fmla="*/ 1325970 h 5368843"/>
              <a:gd name="connsiteX1" fmla="*/ 5537603 w 11167416"/>
              <a:gd name="connsiteY1" fmla="*/ 5368843 h 5368843"/>
              <a:gd name="connsiteX2" fmla="*/ 11167416 w 11167416"/>
              <a:gd name="connsiteY2" fmla="*/ 0 h 5368843"/>
              <a:gd name="connsiteX0" fmla="*/ 0 w 11167416"/>
              <a:gd name="connsiteY0" fmla="*/ 1325970 h 5290350"/>
              <a:gd name="connsiteX1" fmla="*/ 5653914 w 11167416"/>
              <a:gd name="connsiteY1" fmla="*/ 5290350 h 5290350"/>
              <a:gd name="connsiteX2" fmla="*/ 11167416 w 11167416"/>
              <a:gd name="connsiteY2" fmla="*/ 0 h 5290350"/>
              <a:gd name="connsiteX0" fmla="*/ 0 w 11017874"/>
              <a:gd name="connsiteY0" fmla="*/ 1314755 h 5290350"/>
              <a:gd name="connsiteX1" fmla="*/ 5504372 w 11017874"/>
              <a:gd name="connsiteY1" fmla="*/ 5290350 h 5290350"/>
              <a:gd name="connsiteX2" fmla="*/ 11017874 w 11017874"/>
              <a:gd name="connsiteY2" fmla="*/ 0 h 5290350"/>
            </a:gdLst>
            <a:ahLst/>
            <a:cxnLst>
              <a:cxn ang="0">
                <a:pos x="connsiteX0" y="connsiteY0"/>
              </a:cxn>
              <a:cxn ang="0">
                <a:pos x="connsiteX1" y="connsiteY1"/>
              </a:cxn>
              <a:cxn ang="0">
                <a:pos x="connsiteX2" y="connsiteY2"/>
              </a:cxn>
            </a:cxnLst>
            <a:rect l="l" t="t" r="r" b="b"/>
            <a:pathLst>
              <a:path w="11017874" h="5290350">
                <a:moveTo>
                  <a:pt x="0" y="1314755"/>
                </a:moveTo>
                <a:lnTo>
                  <a:pt x="5504372" y="5290350"/>
                </a:lnTo>
                <a:lnTo>
                  <a:pt x="11017874" y="0"/>
                </a:lnTo>
              </a:path>
            </a:pathLst>
          </a:custGeom>
          <a:noFill/>
          <a:ln w="3175000" cap="rnd">
            <a:gradFill flip="none" rotWithShape="1">
              <a:gsLst>
                <a:gs pos="64000">
                  <a:schemeClr val="bg2">
                    <a:alpha val="24520"/>
                  </a:schemeClr>
                </a:gs>
                <a:gs pos="18000">
                  <a:schemeClr val="bg2">
                    <a:alpha val="0"/>
                  </a:schemeClr>
                </a:gs>
                <a:gs pos="100000">
                  <a:schemeClr val="bg2">
                    <a:alpha val="25000"/>
                  </a:schemeClr>
                </a:gs>
              </a:gsLst>
              <a:lin ang="1800000" scaled="0"/>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Espace réservé du contenu 2">
            <a:extLst>
              <a:ext uri="{FF2B5EF4-FFF2-40B4-BE49-F238E27FC236}">
                <a16:creationId xmlns:a16="http://schemas.microsoft.com/office/drawing/2014/main" id="{6FA50C90-BBDB-06C8-9563-F8ACF438059E}"/>
              </a:ext>
            </a:extLst>
          </p:cNvPr>
          <p:cNvSpPr>
            <a:spLocks noGrp="1"/>
          </p:cNvSpPr>
          <p:nvPr>
            <p:ph idx="1"/>
          </p:nvPr>
        </p:nvSpPr>
        <p:spPr>
          <a:xfrm>
            <a:off x="410308" y="1634372"/>
            <a:ext cx="11371384"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645715B6-1D68-A593-040D-EDBA01F58ADC}"/>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11" name="Titre 10">
            <a:extLst>
              <a:ext uri="{FF2B5EF4-FFF2-40B4-BE49-F238E27FC236}">
                <a16:creationId xmlns:a16="http://schemas.microsoft.com/office/drawing/2014/main" id="{41EEFD5E-18FA-2451-4E00-215B29900E24}"/>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850417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u 2">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FA50C90-BBDB-06C8-9563-F8ACF438059E}"/>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645715B6-1D68-A593-040D-EDBA01F58ADC}"/>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8" name="Espace réservé du contenu 2">
            <a:extLst>
              <a:ext uri="{FF2B5EF4-FFF2-40B4-BE49-F238E27FC236}">
                <a16:creationId xmlns:a16="http://schemas.microsoft.com/office/drawing/2014/main" id="{E3FDB7E8-9450-B85C-142F-180DF2BD6F14}"/>
              </a:ext>
            </a:extLst>
          </p:cNvPr>
          <p:cNvSpPr>
            <a:spLocks noGrp="1"/>
          </p:cNvSpPr>
          <p:nvPr>
            <p:ph idx="13"/>
          </p:nvPr>
        </p:nvSpPr>
        <p:spPr>
          <a:xfrm>
            <a:off x="6366935"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0" name="Titre 9">
            <a:extLst>
              <a:ext uri="{FF2B5EF4-FFF2-40B4-BE49-F238E27FC236}">
                <a16:creationId xmlns:a16="http://schemas.microsoft.com/office/drawing/2014/main" id="{72D6D72B-8741-808E-B5D1-7ADB32A56481}"/>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973059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u photon jaune x2">
    <p:spTree>
      <p:nvGrpSpPr>
        <p:cNvPr id="1" name=""/>
        <p:cNvGrpSpPr/>
        <p:nvPr/>
      </p:nvGrpSpPr>
      <p:grpSpPr>
        <a:xfrm>
          <a:off x="0" y="0"/>
          <a:ext cx="0" cy="0"/>
          <a:chOff x="0" y="0"/>
          <a:chExt cx="0" cy="0"/>
        </a:xfrm>
      </p:grpSpPr>
      <p:sp>
        <p:nvSpPr>
          <p:cNvPr id="9" name="Forme libre 8">
            <a:extLst>
              <a:ext uri="{FF2B5EF4-FFF2-40B4-BE49-F238E27FC236}">
                <a16:creationId xmlns:a16="http://schemas.microsoft.com/office/drawing/2014/main" id="{31F7682B-3269-AC75-5111-72DB3B9C3777}"/>
              </a:ext>
            </a:extLst>
          </p:cNvPr>
          <p:cNvSpPr/>
          <p:nvPr userDrawn="1"/>
        </p:nvSpPr>
        <p:spPr>
          <a:xfrm>
            <a:off x="5218611" y="681037"/>
            <a:ext cx="6519727" cy="4638794"/>
          </a:xfrm>
          <a:custGeom>
            <a:avLst/>
            <a:gdLst>
              <a:gd name="connsiteX0" fmla="*/ 2751667 w 3175000"/>
              <a:gd name="connsiteY0" fmla="*/ 6324600 h 6324600"/>
              <a:gd name="connsiteX1" fmla="*/ 0 w 3175000"/>
              <a:gd name="connsiteY1" fmla="*/ 3886200 h 6324600"/>
              <a:gd name="connsiteX2" fmla="*/ 3175000 w 3175000"/>
              <a:gd name="connsiteY2" fmla="*/ 0 h 6324600"/>
              <a:gd name="connsiteX0" fmla="*/ 5242884 w 5242884"/>
              <a:gd name="connsiteY0" fmla="*/ 5378323 h 5378323"/>
              <a:gd name="connsiteX1" fmla="*/ 0 w 5242884"/>
              <a:gd name="connsiteY1" fmla="*/ 3886200 h 5378323"/>
              <a:gd name="connsiteX2" fmla="*/ 3175000 w 5242884"/>
              <a:gd name="connsiteY2" fmla="*/ 0 h 5378323"/>
              <a:gd name="connsiteX0" fmla="*/ 4315920 w 4315920"/>
              <a:gd name="connsiteY0" fmla="*/ 6257008 h 6257008"/>
              <a:gd name="connsiteX1" fmla="*/ 0 w 4315920"/>
              <a:gd name="connsiteY1" fmla="*/ 3886200 h 6257008"/>
              <a:gd name="connsiteX2" fmla="*/ 3175000 w 4315920"/>
              <a:gd name="connsiteY2" fmla="*/ 0 h 6257008"/>
              <a:gd name="connsiteX0" fmla="*/ 4267640 w 4267640"/>
              <a:gd name="connsiteY0" fmla="*/ 6546684 h 6546684"/>
              <a:gd name="connsiteX1" fmla="*/ 0 w 4267640"/>
              <a:gd name="connsiteY1" fmla="*/ 3886200 h 6546684"/>
              <a:gd name="connsiteX2" fmla="*/ 3175000 w 4267640"/>
              <a:gd name="connsiteY2" fmla="*/ 0 h 6546684"/>
              <a:gd name="connsiteX0" fmla="*/ 3948996 w 3948996"/>
              <a:gd name="connsiteY0" fmla="*/ 6546684 h 6546684"/>
              <a:gd name="connsiteX1" fmla="*/ 0 w 3948996"/>
              <a:gd name="connsiteY1" fmla="*/ 3306847 h 6546684"/>
              <a:gd name="connsiteX2" fmla="*/ 2856356 w 3948996"/>
              <a:gd name="connsiteY2" fmla="*/ 0 h 6546684"/>
              <a:gd name="connsiteX0" fmla="*/ 4335232 w 4335232"/>
              <a:gd name="connsiteY0" fmla="*/ 7367434 h 7367434"/>
              <a:gd name="connsiteX1" fmla="*/ 0 w 4335232"/>
              <a:gd name="connsiteY1" fmla="*/ 3306847 h 7367434"/>
              <a:gd name="connsiteX2" fmla="*/ 2856356 w 4335232"/>
              <a:gd name="connsiteY2" fmla="*/ 0 h 7367434"/>
              <a:gd name="connsiteX0" fmla="*/ 3833127 w 3833127"/>
              <a:gd name="connsiteY0" fmla="*/ 6884640 h 6884640"/>
              <a:gd name="connsiteX1" fmla="*/ 0 w 3833127"/>
              <a:gd name="connsiteY1" fmla="*/ 3306847 h 6884640"/>
              <a:gd name="connsiteX2" fmla="*/ 2856356 w 3833127"/>
              <a:gd name="connsiteY2" fmla="*/ 0 h 6884640"/>
              <a:gd name="connsiteX0" fmla="*/ 3920030 w 3920030"/>
              <a:gd name="connsiteY0" fmla="*/ 7000511 h 7000511"/>
              <a:gd name="connsiteX1" fmla="*/ 0 w 3920030"/>
              <a:gd name="connsiteY1" fmla="*/ 3306847 h 7000511"/>
              <a:gd name="connsiteX2" fmla="*/ 2856356 w 3920030"/>
              <a:gd name="connsiteY2" fmla="*/ 0 h 7000511"/>
              <a:gd name="connsiteX0" fmla="*/ 0 w 6963151"/>
              <a:gd name="connsiteY0" fmla="*/ 733847 h 3306847"/>
              <a:gd name="connsiteX1" fmla="*/ 4106794 w 6963151"/>
              <a:gd name="connsiteY1" fmla="*/ 3306847 h 3306847"/>
              <a:gd name="connsiteX2" fmla="*/ 6963150 w 6963151"/>
              <a:gd name="connsiteY2" fmla="*/ 0 h 3306847"/>
              <a:gd name="connsiteX0" fmla="*/ 0 w 6963149"/>
              <a:gd name="connsiteY0" fmla="*/ 733847 h 5363549"/>
              <a:gd name="connsiteX1" fmla="*/ 3849249 w 6963149"/>
              <a:gd name="connsiteY1" fmla="*/ 5363549 h 5363549"/>
              <a:gd name="connsiteX2" fmla="*/ 6963150 w 6963149"/>
              <a:gd name="connsiteY2" fmla="*/ 0 h 5363549"/>
              <a:gd name="connsiteX0" fmla="*/ 0 w 6133284"/>
              <a:gd name="connsiteY0" fmla="*/ 2578121 h 5363549"/>
              <a:gd name="connsiteX1" fmla="*/ 3019382 w 6133284"/>
              <a:gd name="connsiteY1" fmla="*/ 5363549 h 5363549"/>
              <a:gd name="connsiteX2" fmla="*/ 6133283 w 6133284"/>
              <a:gd name="connsiteY2" fmla="*/ 0 h 5363549"/>
              <a:gd name="connsiteX0" fmla="*/ 0 w 6490984"/>
              <a:gd name="connsiteY0" fmla="*/ 2703648 h 5363549"/>
              <a:gd name="connsiteX1" fmla="*/ 3377084 w 6490984"/>
              <a:gd name="connsiteY1" fmla="*/ 5363549 h 5363549"/>
              <a:gd name="connsiteX2" fmla="*/ 6490985 w 6490984"/>
              <a:gd name="connsiteY2" fmla="*/ 0 h 5363549"/>
              <a:gd name="connsiteX0" fmla="*/ 0 w 6405137"/>
              <a:gd name="connsiteY0" fmla="*/ 1728405 h 5363549"/>
              <a:gd name="connsiteX1" fmla="*/ 3291236 w 6405137"/>
              <a:gd name="connsiteY1" fmla="*/ 5363549 h 5363549"/>
              <a:gd name="connsiteX2" fmla="*/ 6405137 w 6405137"/>
              <a:gd name="connsiteY2" fmla="*/ 0 h 5363549"/>
              <a:gd name="connsiteX0" fmla="*/ 0 w 6533910"/>
              <a:gd name="connsiteY0" fmla="*/ 2008425 h 5363549"/>
              <a:gd name="connsiteX1" fmla="*/ 3420009 w 6533910"/>
              <a:gd name="connsiteY1" fmla="*/ 5363549 h 5363549"/>
              <a:gd name="connsiteX2" fmla="*/ 6533910 w 6533910"/>
              <a:gd name="connsiteY2" fmla="*/ 0 h 5363549"/>
              <a:gd name="connsiteX0" fmla="*/ 0 w 5847123"/>
              <a:gd name="connsiteY0" fmla="*/ 2433284 h 5363549"/>
              <a:gd name="connsiteX1" fmla="*/ 2733222 w 5847123"/>
              <a:gd name="connsiteY1" fmla="*/ 5363549 h 5363549"/>
              <a:gd name="connsiteX2" fmla="*/ 5847123 w 5847123"/>
              <a:gd name="connsiteY2" fmla="*/ 0 h 5363549"/>
              <a:gd name="connsiteX0" fmla="*/ 0 w 5847123"/>
              <a:gd name="connsiteY0" fmla="*/ 2433284 h 5575978"/>
              <a:gd name="connsiteX1" fmla="*/ 3191079 w 5847123"/>
              <a:gd name="connsiteY1" fmla="*/ 5575978 h 5575978"/>
              <a:gd name="connsiteX2" fmla="*/ 5847123 w 5847123"/>
              <a:gd name="connsiteY2" fmla="*/ 0 h 5575978"/>
              <a:gd name="connsiteX0" fmla="*/ 0 w 5847123"/>
              <a:gd name="connsiteY0" fmla="*/ 2433284 h 5633913"/>
              <a:gd name="connsiteX1" fmla="*/ 2933534 w 5847123"/>
              <a:gd name="connsiteY1" fmla="*/ 5633913 h 5633913"/>
              <a:gd name="connsiteX2" fmla="*/ 5847123 w 5847123"/>
              <a:gd name="connsiteY2" fmla="*/ 0 h 5633913"/>
              <a:gd name="connsiteX0" fmla="*/ 0 w 6448062"/>
              <a:gd name="connsiteY0" fmla="*/ 2056704 h 5633913"/>
              <a:gd name="connsiteX1" fmla="*/ 3534473 w 6448062"/>
              <a:gd name="connsiteY1" fmla="*/ 5633913 h 5633913"/>
              <a:gd name="connsiteX2" fmla="*/ 6448062 w 6448062"/>
              <a:gd name="connsiteY2" fmla="*/ 0 h 5633913"/>
              <a:gd name="connsiteX0" fmla="*/ 0 w 6476678"/>
              <a:gd name="connsiteY0" fmla="*/ 2442939 h 5633913"/>
              <a:gd name="connsiteX1" fmla="*/ 3563089 w 6476678"/>
              <a:gd name="connsiteY1" fmla="*/ 5633913 h 5633913"/>
              <a:gd name="connsiteX2" fmla="*/ 6476678 w 6476678"/>
              <a:gd name="connsiteY2" fmla="*/ 0 h 5633913"/>
              <a:gd name="connsiteX0" fmla="*/ 0 w 6262057"/>
              <a:gd name="connsiteY0" fmla="*/ 2568464 h 5633913"/>
              <a:gd name="connsiteX1" fmla="*/ 3348468 w 6262057"/>
              <a:gd name="connsiteY1" fmla="*/ 5633913 h 5633913"/>
              <a:gd name="connsiteX2" fmla="*/ 6262057 w 6262057"/>
              <a:gd name="connsiteY2" fmla="*/ 0 h 5633913"/>
              <a:gd name="connsiteX0" fmla="*/ 0 w 6405138"/>
              <a:gd name="connsiteY0" fmla="*/ 2047047 h 5633913"/>
              <a:gd name="connsiteX1" fmla="*/ 3491549 w 6405138"/>
              <a:gd name="connsiteY1" fmla="*/ 5633913 h 5633913"/>
              <a:gd name="connsiteX2" fmla="*/ 6405138 w 6405138"/>
              <a:gd name="connsiteY2" fmla="*/ 0 h 5633913"/>
              <a:gd name="connsiteX0" fmla="*/ 0 w 6834380"/>
              <a:gd name="connsiteY0" fmla="*/ 2085671 h 5633913"/>
              <a:gd name="connsiteX1" fmla="*/ 3920791 w 6834380"/>
              <a:gd name="connsiteY1" fmla="*/ 5633913 h 5633913"/>
              <a:gd name="connsiteX2" fmla="*/ 6834380 w 6834380"/>
              <a:gd name="connsiteY2" fmla="*/ 0 h 5633913"/>
              <a:gd name="connsiteX0" fmla="*/ 0 w 15233215"/>
              <a:gd name="connsiteY0" fmla="*/ 3910632 h 7458874"/>
              <a:gd name="connsiteX1" fmla="*/ 3920791 w 15233215"/>
              <a:gd name="connsiteY1" fmla="*/ 7458874 h 7458874"/>
              <a:gd name="connsiteX2" fmla="*/ 15233215 w 15233215"/>
              <a:gd name="connsiteY2" fmla="*/ 0 h 7458874"/>
              <a:gd name="connsiteX0" fmla="*/ 0 w 14160110"/>
              <a:gd name="connsiteY0" fmla="*/ 3466461 h 7014703"/>
              <a:gd name="connsiteX1" fmla="*/ 3920791 w 14160110"/>
              <a:gd name="connsiteY1" fmla="*/ 7014703 h 7014703"/>
              <a:gd name="connsiteX2" fmla="*/ 14160110 w 14160110"/>
              <a:gd name="connsiteY2" fmla="*/ 0 h 7014703"/>
              <a:gd name="connsiteX0" fmla="*/ 0 w 13816716"/>
              <a:gd name="connsiteY0" fmla="*/ 3060914 h 6609156"/>
              <a:gd name="connsiteX1" fmla="*/ 3920791 w 13816716"/>
              <a:gd name="connsiteY1" fmla="*/ 6609156 h 6609156"/>
              <a:gd name="connsiteX2" fmla="*/ 13816716 w 13816716"/>
              <a:gd name="connsiteY2" fmla="*/ 0 h 6609156"/>
              <a:gd name="connsiteX0" fmla="*/ 0 w 13473322"/>
              <a:gd name="connsiteY0" fmla="*/ 2964355 h 6512597"/>
              <a:gd name="connsiteX1" fmla="*/ 3920791 w 13473322"/>
              <a:gd name="connsiteY1" fmla="*/ 6512597 h 6512597"/>
              <a:gd name="connsiteX2" fmla="*/ 13473322 w 13473322"/>
              <a:gd name="connsiteY2" fmla="*/ 0 h 6512597"/>
              <a:gd name="connsiteX0" fmla="*/ 0 w 13473322"/>
              <a:gd name="connsiteY0" fmla="*/ 2964355 h 5923588"/>
              <a:gd name="connsiteX1" fmla="*/ 5880996 w 13473322"/>
              <a:gd name="connsiteY1" fmla="*/ 5923588 h 5923588"/>
              <a:gd name="connsiteX2" fmla="*/ 13473322 w 13473322"/>
              <a:gd name="connsiteY2" fmla="*/ 0 h 5923588"/>
              <a:gd name="connsiteX0" fmla="*/ 0 w 13473322"/>
              <a:gd name="connsiteY0" fmla="*/ 2964355 h 5855998"/>
              <a:gd name="connsiteX1" fmla="*/ 6424704 w 13473322"/>
              <a:gd name="connsiteY1" fmla="*/ 5855998 h 5855998"/>
              <a:gd name="connsiteX2" fmla="*/ 13473322 w 13473322"/>
              <a:gd name="connsiteY2" fmla="*/ 0 h 5855998"/>
              <a:gd name="connsiteX0" fmla="*/ 0 w 13473322"/>
              <a:gd name="connsiteY0" fmla="*/ 2964355 h 6531910"/>
              <a:gd name="connsiteX1" fmla="*/ 6396086 w 13473322"/>
              <a:gd name="connsiteY1" fmla="*/ 6531910 h 6531910"/>
              <a:gd name="connsiteX2" fmla="*/ 13473322 w 13473322"/>
              <a:gd name="connsiteY2" fmla="*/ 0 h 6531910"/>
              <a:gd name="connsiteX0" fmla="*/ 0 w 13473322"/>
              <a:gd name="connsiteY0" fmla="*/ 2964355 h 7149887"/>
              <a:gd name="connsiteX1" fmla="*/ 6710864 w 13473322"/>
              <a:gd name="connsiteY1" fmla="*/ 7149887 h 7149887"/>
              <a:gd name="connsiteX2" fmla="*/ 13473322 w 13473322"/>
              <a:gd name="connsiteY2" fmla="*/ 0 h 7149887"/>
              <a:gd name="connsiteX0" fmla="*/ 0 w 13473322"/>
              <a:gd name="connsiteY0" fmla="*/ 2964355 h 7642337"/>
              <a:gd name="connsiteX1" fmla="*/ 6367471 w 13473322"/>
              <a:gd name="connsiteY1" fmla="*/ 7642337 h 7642337"/>
              <a:gd name="connsiteX2" fmla="*/ 13473322 w 13473322"/>
              <a:gd name="connsiteY2" fmla="*/ 0 h 7642337"/>
              <a:gd name="connsiteX0" fmla="*/ 0 w 13473322"/>
              <a:gd name="connsiteY0" fmla="*/ 2964355 h 7246445"/>
              <a:gd name="connsiteX1" fmla="*/ 7869817 w 13473322"/>
              <a:gd name="connsiteY1" fmla="*/ 7246445 h 7246445"/>
              <a:gd name="connsiteX2" fmla="*/ 13473322 w 13473322"/>
              <a:gd name="connsiteY2" fmla="*/ 0 h 7246445"/>
              <a:gd name="connsiteX0" fmla="*/ 0 w 13473322"/>
              <a:gd name="connsiteY0" fmla="*/ 2964355 h 7198165"/>
              <a:gd name="connsiteX1" fmla="*/ 7397651 w 13473322"/>
              <a:gd name="connsiteY1" fmla="*/ 7198165 h 7198165"/>
              <a:gd name="connsiteX2" fmla="*/ 13473322 w 13473322"/>
              <a:gd name="connsiteY2" fmla="*/ 0 h 7198165"/>
              <a:gd name="connsiteX0" fmla="*/ 0 w 13358858"/>
              <a:gd name="connsiteY0" fmla="*/ 3118849 h 7352659"/>
              <a:gd name="connsiteX1" fmla="*/ 7397651 w 13358858"/>
              <a:gd name="connsiteY1" fmla="*/ 7352659 h 7352659"/>
              <a:gd name="connsiteX2" fmla="*/ 13358858 w 13358858"/>
              <a:gd name="connsiteY2" fmla="*/ 0 h 7352659"/>
              <a:gd name="connsiteX0" fmla="*/ 0 w 13244394"/>
              <a:gd name="connsiteY0" fmla="*/ 3041602 h 7275412"/>
              <a:gd name="connsiteX1" fmla="*/ 7397651 w 13244394"/>
              <a:gd name="connsiteY1" fmla="*/ 7275412 h 7275412"/>
              <a:gd name="connsiteX2" fmla="*/ 13244394 w 13244394"/>
              <a:gd name="connsiteY2" fmla="*/ 0 h 7275412"/>
              <a:gd name="connsiteX0" fmla="*/ 0 w 13244394"/>
              <a:gd name="connsiteY0" fmla="*/ 3041602 h 7207822"/>
              <a:gd name="connsiteX1" fmla="*/ 7082873 w 13244394"/>
              <a:gd name="connsiteY1" fmla="*/ 7207822 h 7207822"/>
              <a:gd name="connsiteX2" fmla="*/ 13244394 w 13244394"/>
              <a:gd name="connsiteY2" fmla="*/ 0 h 7207822"/>
              <a:gd name="connsiteX0" fmla="*/ 0 w 11998208"/>
              <a:gd name="connsiteY0" fmla="*/ 1617516 h 7207822"/>
              <a:gd name="connsiteX1" fmla="*/ 5836687 w 11998208"/>
              <a:gd name="connsiteY1" fmla="*/ 7207822 h 7207822"/>
              <a:gd name="connsiteX2" fmla="*/ 11998208 w 11998208"/>
              <a:gd name="connsiteY2" fmla="*/ 0 h 7207822"/>
              <a:gd name="connsiteX0" fmla="*/ 0 w 11998208"/>
              <a:gd name="connsiteY0" fmla="*/ 1617516 h 6557452"/>
              <a:gd name="connsiteX1" fmla="*/ 5354830 w 11998208"/>
              <a:gd name="connsiteY1" fmla="*/ 6557452 h 6557452"/>
              <a:gd name="connsiteX2" fmla="*/ 11998208 w 11998208"/>
              <a:gd name="connsiteY2" fmla="*/ 0 h 6557452"/>
              <a:gd name="connsiteX0" fmla="*/ 0 w 11998208"/>
              <a:gd name="connsiteY0" fmla="*/ 1617516 h 5873442"/>
              <a:gd name="connsiteX1" fmla="*/ 5255134 w 11998208"/>
              <a:gd name="connsiteY1" fmla="*/ 5873442 h 5873442"/>
              <a:gd name="connsiteX2" fmla="*/ 11998208 w 11998208"/>
              <a:gd name="connsiteY2" fmla="*/ 0 h 5873442"/>
              <a:gd name="connsiteX0" fmla="*/ 0 w 12297292"/>
              <a:gd name="connsiteY0" fmla="*/ 1595089 h 5851015"/>
              <a:gd name="connsiteX1" fmla="*/ 5255134 w 12297292"/>
              <a:gd name="connsiteY1" fmla="*/ 5851015 h 5851015"/>
              <a:gd name="connsiteX2" fmla="*/ 12297292 w 12297292"/>
              <a:gd name="connsiteY2" fmla="*/ 0 h 5851015"/>
              <a:gd name="connsiteX0" fmla="*/ 0 w 12297292"/>
              <a:gd name="connsiteY0" fmla="*/ 1595089 h 5492190"/>
              <a:gd name="connsiteX1" fmla="*/ 5238517 w 12297292"/>
              <a:gd name="connsiteY1" fmla="*/ 5492190 h 5492190"/>
              <a:gd name="connsiteX2" fmla="*/ 12297292 w 12297292"/>
              <a:gd name="connsiteY2" fmla="*/ 0 h 5492190"/>
              <a:gd name="connsiteX0" fmla="*/ 0 w 12297292"/>
              <a:gd name="connsiteY0" fmla="*/ 1595089 h 5077299"/>
              <a:gd name="connsiteX1" fmla="*/ 5338213 w 12297292"/>
              <a:gd name="connsiteY1" fmla="*/ 5077299 h 5077299"/>
              <a:gd name="connsiteX2" fmla="*/ 12297292 w 12297292"/>
              <a:gd name="connsiteY2" fmla="*/ 0 h 5077299"/>
              <a:gd name="connsiteX0" fmla="*/ 0 w 11300342"/>
              <a:gd name="connsiteY0" fmla="*/ 1157771 h 5077299"/>
              <a:gd name="connsiteX1" fmla="*/ 4341263 w 11300342"/>
              <a:gd name="connsiteY1" fmla="*/ 5077299 h 5077299"/>
              <a:gd name="connsiteX2" fmla="*/ 11300342 w 11300342"/>
              <a:gd name="connsiteY2" fmla="*/ 0 h 5077299"/>
              <a:gd name="connsiteX0" fmla="*/ 0 w 11167416"/>
              <a:gd name="connsiteY0" fmla="*/ 1325970 h 5245498"/>
              <a:gd name="connsiteX1" fmla="*/ 4341263 w 11167416"/>
              <a:gd name="connsiteY1" fmla="*/ 5245498 h 5245498"/>
              <a:gd name="connsiteX2" fmla="*/ 11167416 w 11167416"/>
              <a:gd name="connsiteY2" fmla="*/ 0 h 5245498"/>
              <a:gd name="connsiteX0" fmla="*/ 0 w 11167416"/>
              <a:gd name="connsiteY0" fmla="*/ 1325970 h 5391270"/>
              <a:gd name="connsiteX1" fmla="*/ 5321598 w 11167416"/>
              <a:gd name="connsiteY1" fmla="*/ 5391270 h 5391270"/>
              <a:gd name="connsiteX2" fmla="*/ 11167416 w 11167416"/>
              <a:gd name="connsiteY2" fmla="*/ 0 h 5391270"/>
              <a:gd name="connsiteX0" fmla="*/ 0 w 11167416"/>
              <a:gd name="connsiteY0" fmla="*/ 1325970 h 5368843"/>
              <a:gd name="connsiteX1" fmla="*/ 5537603 w 11167416"/>
              <a:gd name="connsiteY1" fmla="*/ 5368843 h 5368843"/>
              <a:gd name="connsiteX2" fmla="*/ 11167416 w 11167416"/>
              <a:gd name="connsiteY2" fmla="*/ 0 h 5368843"/>
              <a:gd name="connsiteX0" fmla="*/ 0 w 11167416"/>
              <a:gd name="connsiteY0" fmla="*/ 1325970 h 5290350"/>
              <a:gd name="connsiteX1" fmla="*/ 5653914 w 11167416"/>
              <a:gd name="connsiteY1" fmla="*/ 5290350 h 5290350"/>
              <a:gd name="connsiteX2" fmla="*/ 11167416 w 11167416"/>
              <a:gd name="connsiteY2" fmla="*/ 0 h 5290350"/>
              <a:gd name="connsiteX0" fmla="*/ 0 w 11017874"/>
              <a:gd name="connsiteY0" fmla="*/ 1314755 h 5290350"/>
              <a:gd name="connsiteX1" fmla="*/ 5504372 w 11017874"/>
              <a:gd name="connsiteY1" fmla="*/ 5290350 h 5290350"/>
              <a:gd name="connsiteX2" fmla="*/ 11017874 w 11017874"/>
              <a:gd name="connsiteY2" fmla="*/ 0 h 5290350"/>
            </a:gdLst>
            <a:ahLst/>
            <a:cxnLst>
              <a:cxn ang="0">
                <a:pos x="connsiteX0" y="connsiteY0"/>
              </a:cxn>
              <a:cxn ang="0">
                <a:pos x="connsiteX1" y="connsiteY1"/>
              </a:cxn>
              <a:cxn ang="0">
                <a:pos x="connsiteX2" y="connsiteY2"/>
              </a:cxn>
            </a:cxnLst>
            <a:rect l="l" t="t" r="r" b="b"/>
            <a:pathLst>
              <a:path w="11017874" h="5290350">
                <a:moveTo>
                  <a:pt x="0" y="1314755"/>
                </a:moveTo>
                <a:lnTo>
                  <a:pt x="5504372" y="5290350"/>
                </a:lnTo>
                <a:lnTo>
                  <a:pt x="11017874" y="0"/>
                </a:lnTo>
              </a:path>
            </a:pathLst>
          </a:custGeom>
          <a:noFill/>
          <a:ln w="3175000" cap="rnd">
            <a:gradFill flip="none" rotWithShape="1">
              <a:gsLst>
                <a:gs pos="64000">
                  <a:schemeClr val="bg2">
                    <a:alpha val="24520"/>
                  </a:schemeClr>
                </a:gs>
                <a:gs pos="18000">
                  <a:schemeClr val="bg2">
                    <a:alpha val="0"/>
                  </a:schemeClr>
                </a:gs>
                <a:gs pos="100000">
                  <a:schemeClr val="bg2">
                    <a:alpha val="25000"/>
                  </a:schemeClr>
                </a:gs>
              </a:gsLst>
              <a:lin ang="1800000" scaled="0"/>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Espace réservé du contenu 2">
            <a:extLst>
              <a:ext uri="{FF2B5EF4-FFF2-40B4-BE49-F238E27FC236}">
                <a16:creationId xmlns:a16="http://schemas.microsoft.com/office/drawing/2014/main" id="{6FA50C90-BBDB-06C8-9563-F8ACF438059E}"/>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645715B6-1D68-A593-040D-EDBA01F58ADC}"/>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8" name="Espace réservé du contenu 2">
            <a:extLst>
              <a:ext uri="{FF2B5EF4-FFF2-40B4-BE49-F238E27FC236}">
                <a16:creationId xmlns:a16="http://schemas.microsoft.com/office/drawing/2014/main" id="{E3FDB7E8-9450-B85C-142F-180DF2BD6F14}"/>
              </a:ext>
            </a:extLst>
          </p:cNvPr>
          <p:cNvSpPr>
            <a:spLocks noGrp="1"/>
          </p:cNvSpPr>
          <p:nvPr>
            <p:ph idx="13"/>
          </p:nvPr>
        </p:nvSpPr>
        <p:spPr>
          <a:xfrm>
            <a:off x="6366935"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0" name="Titre 9">
            <a:extLst>
              <a:ext uri="{FF2B5EF4-FFF2-40B4-BE49-F238E27FC236}">
                <a16:creationId xmlns:a16="http://schemas.microsoft.com/office/drawing/2014/main" id="{D4D8418B-94A9-B593-CE8E-0EE7ACE005CA}"/>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1244866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6A6D17-4DE1-753B-3702-44377CD01722}"/>
              </a:ext>
            </a:extLst>
          </p:cNvPr>
          <p:cNvSpPr/>
          <p:nvPr userDrawn="1"/>
        </p:nvSpPr>
        <p:spPr>
          <a:xfrm>
            <a:off x="6096001"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 coins arrondis 7">
            <a:extLst>
              <a:ext uri="{FF2B5EF4-FFF2-40B4-BE49-F238E27FC236}">
                <a16:creationId xmlns:a16="http://schemas.microsoft.com/office/drawing/2014/main" id="{46B303B4-53A4-29E7-A7DF-9A1EBB33C883}"/>
              </a:ext>
            </a:extLst>
          </p:cNvPr>
          <p:cNvSpPr/>
          <p:nvPr userDrawn="1"/>
        </p:nvSpPr>
        <p:spPr>
          <a:xfrm rot="2700000" flipV="1">
            <a:off x="5020337" y="366189"/>
            <a:ext cx="4627826" cy="9770520"/>
          </a:xfrm>
          <a:prstGeom prst="roundRect">
            <a:avLst>
              <a:gd name="adj" fmla="val 50000"/>
            </a:avLst>
          </a:prstGeom>
          <a:gradFill flip="none" rotWithShape="1">
            <a:gsLst>
              <a:gs pos="30000">
                <a:schemeClr val="bg1">
                  <a:alpha val="0"/>
                </a:schemeClr>
              </a:gs>
              <a:gs pos="6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space réservé pour une image  12">
            <a:extLst>
              <a:ext uri="{FF2B5EF4-FFF2-40B4-BE49-F238E27FC236}">
                <a16:creationId xmlns:a16="http://schemas.microsoft.com/office/drawing/2014/main" id="{560D497E-7F96-B2E7-5E63-F541538B96EB}"/>
              </a:ext>
            </a:extLst>
          </p:cNvPr>
          <p:cNvSpPr>
            <a:spLocks noGrp="1"/>
          </p:cNvSpPr>
          <p:nvPr>
            <p:ph type="pic" sz="quarter" idx="13"/>
          </p:nvPr>
        </p:nvSpPr>
        <p:spPr>
          <a:xfrm>
            <a:off x="6834298" y="1109663"/>
            <a:ext cx="4645204" cy="4630737"/>
          </a:xfrm>
          <a:prstGeom prst="ellipse">
            <a:avLst/>
          </a:prstGeom>
          <a:solidFill>
            <a:schemeClr val="bg1">
              <a:lumMod val="75000"/>
            </a:schemeClr>
          </a:solidFill>
        </p:spPr>
        <p:txBody>
          <a:bodyPr anchor="ctr" anchorCtr="0">
            <a:normAutofit/>
          </a:bodyPr>
          <a:lstStyle>
            <a:lvl1pPr algn="ctr">
              <a:defRPr sz="2400">
                <a:solidFill>
                  <a:schemeClr val="bg1"/>
                </a:solidFill>
              </a:defRPr>
            </a:lvl1pPr>
          </a:lstStyle>
          <a:p>
            <a:endParaRPr lang="en-GB" dirty="0"/>
          </a:p>
        </p:txBody>
      </p:sp>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1" name="Connecteur droit 10">
            <a:extLst>
              <a:ext uri="{FF2B5EF4-FFF2-40B4-BE49-F238E27FC236}">
                <a16:creationId xmlns:a16="http://schemas.microsoft.com/office/drawing/2014/main" id="{6FC0A4B1-8D53-8626-9756-EBB362AE10DA}"/>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aphique 9">
            <a:extLst>
              <a:ext uri="{FF2B5EF4-FFF2-40B4-BE49-F238E27FC236}">
                <a16:creationId xmlns:a16="http://schemas.microsoft.com/office/drawing/2014/main" id="{E83C19C5-870C-7E7C-B33E-F8F12F627A30}"/>
              </a:ext>
            </a:extLst>
          </p:cNvPr>
          <p:cNvGrpSpPr/>
          <p:nvPr userDrawn="1"/>
        </p:nvGrpSpPr>
        <p:grpSpPr>
          <a:xfrm>
            <a:off x="10854273" y="6451996"/>
            <a:ext cx="766931" cy="219810"/>
            <a:chOff x="3505759" y="528463"/>
            <a:chExt cx="5396928" cy="1546814"/>
          </a:xfrm>
        </p:grpSpPr>
        <p:sp>
          <p:nvSpPr>
            <p:cNvPr id="12" name="Forme libre 11">
              <a:extLst>
                <a:ext uri="{FF2B5EF4-FFF2-40B4-BE49-F238E27FC236}">
                  <a16:creationId xmlns:a16="http://schemas.microsoft.com/office/drawing/2014/main" id="{F5E76063-CC38-7D66-BC6E-6BBE9AFB6A17}"/>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14" name="Forme libre 13">
              <a:extLst>
                <a:ext uri="{FF2B5EF4-FFF2-40B4-BE49-F238E27FC236}">
                  <a16:creationId xmlns:a16="http://schemas.microsoft.com/office/drawing/2014/main" id="{F9659825-F022-9732-BE11-389F8DF0BCA9}"/>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73A9E0B3-C7EE-6F99-8F58-5623438D3D28}"/>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310AC53A-1088-F201-AF38-66BABF80786F}"/>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F4934AA9-4CDF-B6E7-0260-F92DE1FC7531}"/>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35F3AD8E-EBE6-B46B-995F-D4FC25C26EBA}"/>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5DA08FBE-6EEF-0534-CC15-03B78BA8D270}"/>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1A5AB6DD-6D2A-B131-D984-433470E9B612}"/>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E9D04D22-2CB7-D075-B988-43D25CD6F721}"/>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2" name="Forme libre 21">
              <a:extLst>
                <a:ext uri="{FF2B5EF4-FFF2-40B4-BE49-F238E27FC236}">
                  <a16:creationId xmlns:a16="http://schemas.microsoft.com/office/drawing/2014/main" id="{08A316D3-DDCE-43A2-EC92-C5BAC55C0FB3}"/>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3" name="Forme libre 22">
              <a:extLst>
                <a:ext uri="{FF2B5EF4-FFF2-40B4-BE49-F238E27FC236}">
                  <a16:creationId xmlns:a16="http://schemas.microsoft.com/office/drawing/2014/main" id="{A80A184C-3577-04DE-6F1A-16FC68458116}"/>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24" name="Titre 23">
            <a:extLst>
              <a:ext uri="{FF2B5EF4-FFF2-40B4-BE49-F238E27FC236}">
                <a16:creationId xmlns:a16="http://schemas.microsoft.com/office/drawing/2014/main" id="{1C0A9E41-08C1-3D3F-D53B-EA7ED87913DE}"/>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2259252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6A6D17-4DE1-753B-3702-44377CD01722}"/>
              </a:ext>
            </a:extLst>
          </p:cNvPr>
          <p:cNvSpPr/>
          <p:nvPr userDrawn="1"/>
        </p:nvSpPr>
        <p:spPr>
          <a:xfrm>
            <a:off x="6096001"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Espace réservé pour une image  12">
            <a:extLst>
              <a:ext uri="{FF2B5EF4-FFF2-40B4-BE49-F238E27FC236}">
                <a16:creationId xmlns:a16="http://schemas.microsoft.com/office/drawing/2014/main" id="{3065E6A4-BC89-CCC0-EB68-25EBEC27A9EC}"/>
              </a:ext>
            </a:extLst>
          </p:cNvPr>
          <p:cNvSpPr>
            <a:spLocks noGrp="1"/>
          </p:cNvSpPr>
          <p:nvPr>
            <p:ph type="pic" sz="quarter" idx="13"/>
          </p:nvPr>
        </p:nvSpPr>
        <p:spPr>
          <a:xfrm>
            <a:off x="8353107" y="-691106"/>
            <a:ext cx="4645204" cy="4630737"/>
          </a:xfrm>
          <a:prstGeom prst="ellipse">
            <a:avLst/>
          </a:prstGeom>
          <a:solidFill>
            <a:schemeClr val="bg1">
              <a:lumMod val="75000"/>
            </a:schemeClr>
          </a:solidFill>
        </p:spPr>
        <p:txBody>
          <a:bodyPr anchor="ctr" anchorCtr="0">
            <a:normAutofit/>
          </a:bodyPr>
          <a:lstStyle>
            <a:lvl1pPr algn="ctr">
              <a:defRPr sz="2400">
                <a:solidFill>
                  <a:schemeClr val="bg1"/>
                </a:solidFill>
              </a:defRPr>
            </a:lvl1pPr>
          </a:lstStyle>
          <a:p>
            <a:endParaRPr lang="en-GB" dirty="0"/>
          </a:p>
        </p:txBody>
      </p:sp>
      <p:sp>
        <p:nvSpPr>
          <p:cNvPr id="15" name="Rectangle : coins arrondis 14">
            <a:extLst>
              <a:ext uri="{FF2B5EF4-FFF2-40B4-BE49-F238E27FC236}">
                <a16:creationId xmlns:a16="http://schemas.microsoft.com/office/drawing/2014/main" id="{361498CF-7342-9FDA-6BFA-5D7435ED25ED}"/>
              </a:ext>
            </a:extLst>
          </p:cNvPr>
          <p:cNvSpPr/>
          <p:nvPr userDrawn="1"/>
        </p:nvSpPr>
        <p:spPr>
          <a:xfrm rot="2700000" flipV="1">
            <a:off x="5413763" y="1705757"/>
            <a:ext cx="3420879" cy="7729263"/>
          </a:xfrm>
          <a:prstGeom prst="roundRect">
            <a:avLst>
              <a:gd name="adj" fmla="val 50000"/>
            </a:avLst>
          </a:prstGeom>
          <a:gradFill flip="none" rotWithShape="1">
            <a:gsLst>
              <a:gs pos="30000">
                <a:schemeClr val="bg1">
                  <a:alpha val="0"/>
                </a:schemeClr>
              </a:gs>
              <a:gs pos="6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Espace réservé pour une image  12">
            <a:extLst>
              <a:ext uri="{FF2B5EF4-FFF2-40B4-BE49-F238E27FC236}">
                <a16:creationId xmlns:a16="http://schemas.microsoft.com/office/drawing/2014/main" id="{7A83E296-1C6A-8FCA-F75F-B8249F23EBF4}"/>
              </a:ext>
            </a:extLst>
          </p:cNvPr>
          <p:cNvSpPr>
            <a:spLocks noGrp="1"/>
          </p:cNvSpPr>
          <p:nvPr>
            <p:ph type="pic" sz="quarter" idx="14"/>
          </p:nvPr>
        </p:nvSpPr>
        <p:spPr>
          <a:xfrm>
            <a:off x="6907888" y="2345267"/>
            <a:ext cx="3431032" cy="3420344"/>
          </a:xfrm>
          <a:prstGeom prst="ellipse">
            <a:avLst/>
          </a:prstGeom>
          <a:solidFill>
            <a:schemeClr val="bg1">
              <a:lumMod val="75000"/>
            </a:schemeClr>
          </a:solidFill>
          <a:ln w="57150">
            <a:solidFill>
              <a:schemeClr val="bg2"/>
            </a:solidFill>
          </a:ln>
        </p:spPr>
        <p:txBody>
          <a:bodyPr anchor="ctr" anchorCtr="0">
            <a:normAutofit/>
          </a:bodyPr>
          <a:lstStyle>
            <a:lvl1pPr algn="ctr">
              <a:defRPr sz="2400">
                <a:solidFill>
                  <a:schemeClr val="bg1"/>
                </a:solidFill>
              </a:defRPr>
            </a:lvl1pPr>
          </a:lstStyle>
          <a:p>
            <a:endParaRPr lang="en-GB" dirty="0"/>
          </a:p>
        </p:txBody>
      </p:sp>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1" name="Connecteur droit 10">
            <a:extLst>
              <a:ext uri="{FF2B5EF4-FFF2-40B4-BE49-F238E27FC236}">
                <a16:creationId xmlns:a16="http://schemas.microsoft.com/office/drawing/2014/main" id="{6FC0A4B1-8D53-8626-9756-EBB362AE10DA}"/>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aphique 9">
            <a:extLst>
              <a:ext uri="{FF2B5EF4-FFF2-40B4-BE49-F238E27FC236}">
                <a16:creationId xmlns:a16="http://schemas.microsoft.com/office/drawing/2014/main" id="{9C8B2116-9B3F-BEB0-B0C9-1B3C32DD8934}"/>
              </a:ext>
            </a:extLst>
          </p:cNvPr>
          <p:cNvGrpSpPr/>
          <p:nvPr userDrawn="1"/>
        </p:nvGrpSpPr>
        <p:grpSpPr>
          <a:xfrm>
            <a:off x="10854273" y="6451996"/>
            <a:ext cx="766931" cy="219810"/>
            <a:chOff x="3505759" y="528463"/>
            <a:chExt cx="5396928" cy="1546814"/>
          </a:xfrm>
        </p:grpSpPr>
        <p:sp>
          <p:nvSpPr>
            <p:cNvPr id="20" name="Forme libre 19">
              <a:extLst>
                <a:ext uri="{FF2B5EF4-FFF2-40B4-BE49-F238E27FC236}">
                  <a16:creationId xmlns:a16="http://schemas.microsoft.com/office/drawing/2014/main" id="{BF0C8D27-46D1-4C43-1219-2F0049B63814}"/>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C282437A-4C04-03CF-2152-C796F49BE9D9}"/>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22" name="Forme libre 21">
              <a:extLst>
                <a:ext uri="{FF2B5EF4-FFF2-40B4-BE49-F238E27FC236}">
                  <a16:creationId xmlns:a16="http://schemas.microsoft.com/office/drawing/2014/main" id="{7C51F752-83F1-7E30-D615-257686FF97F8}"/>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23" name="Forme libre 22">
              <a:extLst>
                <a:ext uri="{FF2B5EF4-FFF2-40B4-BE49-F238E27FC236}">
                  <a16:creationId xmlns:a16="http://schemas.microsoft.com/office/drawing/2014/main" id="{1375D8A2-8C5C-8A23-782B-616E52ECE4B1}"/>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24" name="Forme libre 23">
              <a:extLst>
                <a:ext uri="{FF2B5EF4-FFF2-40B4-BE49-F238E27FC236}">
                  <a16:creationId xmlns:a16="http://schemas.microsoft.com/office/drawing/2014/main" id="{D77D5A2A-3A21-FD13-16EB-6218C563F7E0}"/>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25" name="Forme libre 24">
              <a:extLst>
                <a:ext uri="{FF2B5EF4-FFF2-40B4-BE49-F238E27FC236}">
                  <a16:creationId xmlns:a16="http://schemas.microsoft.com/office/drawing/2014/main" id="{04AF6E30-47A8-E12F-C0F3-12F0440621E3}"/>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26" name="Forme libre 25">
              <a:extLst>
                <a:ext uri="{FF2B5EF4-FFF2-40B4-BE49-F238E27FC236}">
                  <a16:creationId xmlns:a16="http://schemas.microsoft.com/office/drawing/2014/main" id="{FB10AFEF-F92E-491B-15FC-5DFD67F87E09}"/>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7" name="Forme libre 26">
              <a:extLst>
                <a:ext uri="{FF2B5EF4-FFF2-40B4-BE49-F238E27FC236}">
                  <a16:creationId xmlns:a16="http://schemas.microsoft.com/office/drawing/2014/main" id="{AA76E57D-0340-43D8-38DB-81A8A1D6B6F5}"/>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28" name="Forme libre 27">
              <a:extLst>
                <a:ext uri="{FF2B5EF4-FFF2-40B4-BE49-F238E27FC236}">
                  <a16:creationId xmlns:a16="http://schemas.microsoft.com/office/drawing/2014/main" id="{A40AE50F-F273-3479-FE79-7E55B090374F}"/>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4B24A896-63CD-877C-06F0-ECB77B7C9A2B}"/>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4E8555D5-2A14-F5C9-287E-A4BF50ADA2FE}"/>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9" name="Titre 8">
            <a:extLst>
              <a:ext uri="{FF2B5EF4-FFF2-40B4-BE49-F238E27FC236}">
                <a16:creationId xmlns:a16="http://schemas.microsoft.com/office/drawing/2014/main" id="{B4CCB181-31F1-B9FD-ADFA-E66AD0EA2D03}"/>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25290442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3">
    <p:spTree>
      <p:nvGrpSpPr>
        <p:cNvPr id="1" name=""/>
        <p:cNvGrpSpPr/>
        <p:nvPr/>
      </p:nvGrpSpPr>
      <p:grpSpPr>
        <a:xfrm>
          <a:off x="0" y="0"/>
          <a:ext cx="0" cy="0"/>
          <a:chOff x="0" y="0"/>
          <a:chExt cx="0" cy="0"/>
        </a:xfrm>
      </p:grpSpPr>
      <p:sp>
        <p:nvSpPr>
          <p:cNvPr id="9" name="Espace réservé pour une image  8">
            <a:extLst>
              <a:ext uri="{FF2B5EF4-FFF2-40B4-BE49-F238E27FC236}">
                <a16:creationId xmlns:a16="http://schemas.microsoft.com/office/drawing/2014/main" id="{C547FBA6-0528-4B7E-8D8D-80224D9CB9A5}"/>
              </a:ext>
            </a:extLst>
          </p:cNvPr>
          <p:cNvSpPr>
            <a:spLocks noGrp="1"/>
          </p:cNvSpPr>
          <p:nvPr>
            <p:ph type="pic" sz="quarter" idx="13"/>
          </p:nvPr>
        </p:nvSpPr>
        <p:spPr>
          <a:xfrm>
            <a:off x="6096000" y="0"/>
            <a:ext cx="6088063" cy="6858000"/>
          </a:xfrm>
          <a:prstGeom prst="rect">
            <a:avLst/>
          </a:prstGeom>
          <a:solidFill>
            <a:schemeClr val="bg1">
              <a:lumMod val="75000"/>
            </a:schemeClr>
          </a:solidFill>
        </p:spPr>
        <p:txBody>
          <a:bodyPr anchor="ctr" anchorCtr="0"/>
          <a:lstStyle>
            <a:lvl1pPr algn="ctr">
              <a:defRPr>
                <a:solidFill>
                  <a:schemeClr val="bg1"/>
                </a:solidFill>
              </a:defRPr>
            </a:lvl1pPr>
          </a:lstStyle>
          <a:p>
            <a:endParaRPr lang="en-GB"/>
          </a:p>
        </p:txBody>
      </p:sp>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1" name="Connecteur droit 10">
            <a:extLst>
              <a:ext uri="{FF2B5EF4-FFF2-40B4-BE49-F238E27FC236}">
                <a16:creationId xmlns:a16="http://schemas.microsoft.com/office/drawing/2014/main" id="{6FC0A4B1-8D53-8626-9756-EBB362AE10DA}"/>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aphique 9">
            <a:extLst>
              <a:ext uri="{FF2B5EF4-FFF2-40B4-BE49-F238E27FC236}">
                <a16:creationId xmlns:a16="http://schemas.microsoft.com/office/drawing/2014/main" id="{8C053CC4-FCE8-72F8-E6FD-7C05E594B118}"/>
              </a:ext>
            </a:extLst>
          </p:cNvPr>
          <p:cNvGrpSpPr/>
          <p:nvPr userDrawn="1"/>
        </p:nvGrpSpPr>
        <p:grpSpPr>
          <a:xfrm>
            <a:off x="10854273" y="6451996"/>
            <a:ext cx="766931" cy="219810"/>
            <a:chOff x="3505759" y="528463"/>
            <a:chExt cx="5396928" cy="1546814"/>
          </a:xfrm>
        </p:grpSpPr>
        <p:sp>
          <p:nvSpPr>
            <p:cNvPr id="13" name="Forme libre 12">
              <a:extLst>
                <a:ext uri="{FF2B5EF4-FFF2-40B4-BE49-F238E27FC236}">
                  <a16:creationId xmlns:a16="http://schemas.microsoft.com/office/drawing/2014/main" id="{0929EB2A-44F4-0850-6C2C-2222FFCF05C6}"/>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14" name="Forme libre 13">
              <a:extLst>
                <a:ext uri="{FF2B5EF4-FFF2-40B4-BE49-F238E27FC236}">
                  <a16:creationId xmlns:a16="http://schemas.microsoft.com/office/drawing/2014/main" id="{6E7947CF-CE46-2BE7-1A9B-626119B64D18}"/>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24E292C7-93D2-8DA3-4C9C-F331B3A0CC04}"/>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B0D9E69A-C5EF-89E0-76D8-822547A579D2}"/>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D2A8C3DE-1728-2DF9-674B-DE70927D8AEA}"/>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3CF64E77-48B7-BF62-57AD-9BD93839BDE9}"/>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22" name="Forme libre 21">
              <a:extLst>
                <a:ext uri="{FF2B5EF4-FFF2-40B4-BE49-F238E27FC236}">
                  <a16:creationId xmlns:a16="http://schemas.microsoft.com/office/drawing/2014/main" id="{F2808D78-CD3E-F60F-726C-22B75DB2545F}"/>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3" name="Forme libre 22">
              <a:extLst>
                <a:ext uri="{FF2B5EF4-FFF2-40B4-BE49-F238E27FC236}">
                  <a16:creationId xmlns:a16="http://schemas.microsoft.com/office/drawing/2014/main" id="{FB0C04D7-07D8-B4F3-F494-5D57AF639FB4}"/>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24" name="Forme libre 23">
              <a:extLst>
                <a:ext uri="{FF2B5EF4-FFF2-40B4-BE49-F238E27FC236}">
                  <a16:creationId xmlns:a16="http://schemas.microsoft.com/office/drawing/2014/main" id="{051D795D-6417-9036-2F54-768A54EB3C43}"/>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5" name="Forme libre 24">
              <a:extLst>
                <a:ext uri="{FF2B5EF4-FFF2-40B4-BE49-F238E27FC236}">
                  <a16:creationId xmlns:a16="http://schemas.microsoft.com/office/drawing/2014/main" id="{0718D754-4594-7657-E117-5EE9E22360F8}"/>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6" name="Forme libre 25">
              <a:extLst>
                <a:ext uri="{FF2B5EF4-FFF2-40B4-BE49-F238E27FC236}">
                  <a16:creationId xmlns:a16="http://schemas.microsoft.com/office/drawing/2014/main" id="{87484181-3042-5F7A-35DD-73F372164BAA}"/>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8" name="Titre 7">
            <a:extLst>
              <a:ext uri="{FF2B5EF4-FFF2-40B4-BE49-F238E27FC236}">
                <a16:creationId xmlns:a16="http://schemas.microsoft.com/office/drawing/2014/main" id="{57B63CBC-C493-2C87-269F-0AD508CFB65C}"/>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40467727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iffre clé 1">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 coins arrondis 6">
            <a:extLst>
              <a:ext uri="{FF2B5EF4-FFF2-40B4-BE49-F238E27FC236}">
                <a16:creationId xmlns:a16="http://schemas.microsoft.com/office/drawing/2014/main" id="{73D44EEF-CC54-242C-5B3A-BE6D3B1B7905}"/>
              </a:ext>
            </a:extLst>
          </p:cNvPr>
          <p:cNvSpPr/>
          <p:nvPr userDrawn="1"/>
        </p:nvSpPr>
        <p:spPr>
          <a:xfrm rot="2700000" flipV="1">
            <a:off x="1594325" y="214498"/>
            <a:ext cx="4636371" cy="10821038"/>
          </a:xfrm>
          <a:prstGeom prst="roundRect">
            <a:avLst>
              <a:gd name="adj" fmla="val 50000"/>
            </a:avLst>
          </a:prstGeom>
          <a:gradFill flip="none" rotWithShape="1">
            <a:gsLst>
              <a:gs pos="25000">
                <a:schemeClr val="bg1">
                  <a:alpha val="0"/>
                </a:schemeClr>
              </a:gs>
              <a:gs pos="5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Ellipse 7">
            <a:extLst>
              <a:ext uri="{FF2B5EF4-FFF2-40B4-BE49-F238E27FC236}">
                <a16:creationId xmlns:a16="http://schemas.microsoft.com/office/drawing/2014/main" id="{691464D1-F2A6-B62E-BF05-B994D31FC6DF}"/>
              </a:ext>
            </a:extLst>
          </p:cNvPr>
          <p:cNvSpPr/>
          <p:nvPr userDrawn="1"/>
        </p:nvSpPr>
        <p:spPr>
          <a:xfrm>
            <a:off x="3776807" y="1117600"/>
            <a:ext cx="4645204" cy="464520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9" name="Graphique 9">
            <a:extLst>
              <a:ext uri="{FF2B5EF4-FFF2-40B4-BE49-F238E27FC236}">
                <a16:creationId xmlns:a16="http://schemas.microsoft.com/office/drawing/2014/main" id="{64194BBC-33BA-E02B-1596-E973EBCA6710}"/>
              </a:ext>
            </a:extLst>
          </p:cNvPr>
          <p:cNvGrpSpPr/>
          <p:nvPr userDrawn="1"/>
        </p:nvGrpSpPr>
        <p:grpSpPr>
          <a:xfrm>
            <a:off x="10854273" y="6451996"/>
            <a:ext cx="766931" cy="219810"/>
            <a:chOff x="3505759" y="528463"/>
            <a:chExt cx="5396928" cy="1546814"/>
          </a:xfrm>
        </p:grpSpPr>
        <p:sp>
          <p:nvSpPr>
            <p:cNvPr id="10" name="Forme libre 9">
              <a:extLst>
                <a:ext uri="{FF2B5EF4-FFF2-40B4-BE49-F238E27FC236}">
                  <a16:creationId xmlns:a16="http://schemas.microsoft.com/office/drawing/2014/main" id="{EB2D81D0-DB7E-8A3C-5AF1-C6D98F490F29}"/>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3A0A3CAE-C064-88C5-6ABD-9764F0D43F3D}"/>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02B8B5D5-49E4-4EC4-0A6E-D1C9749781CE}"/>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83859304-7BAC-E770-0A73-FF55870F5D64}"/>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B4163B7B-7EA9-4C81-7E38-907F0144E795}"/>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9684CE66-CA68-FE87-5B42-85922AFF454E}"/>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ABB970E6-97D3-7A67-6346-040D8AA7528B}"/>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6718DADD-2E11-FCE0-B1FA-6211E195FA11}"/>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459E8A5A-F42A-ED42-B07E-4DE52AC8ECE9}"/>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2" name="Forme libre 21">
              <a:extLst>
                <a:ext uri="{FF2B5EF4-FFF2-40B4-BE49-F238E27FC236}">
                  <a16:creationId xmlns:a16="http://schemas.microsoft.com/office/drawing/2014/main" id="{B42E816A-1221-F82A-6948-0ACC21E39821}"/>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3" name="Forme libre 22">
              <a:extLst>
                <a:ext uri="{FF2B5EF4-FFF2-40B4-BE49-F238E27FC236}">
                  <a16:creationId xmlns:a16="http://schemas.microsoft.com/office/drawing/2014/main" id="{006DDC1F-3906-5083-EBCD-7A33F35262C8}"/>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25" name="Titre 24">
            <a:extLst>
              <a:ext uri="{FF2B5EF4-FFF2-40B4-BE49-F238E27FC236}">
                <a16:creationId xmlns:a16="http://schemas.microsoft.com/office/drawing/2014/main" id="{912C719E-D9A8-284B-722D-A639A192C1C9}"/>
              </a:ext>
            </a:extLst>
          </p:cNvPr>
          <p:cNvSpPr>
            <a:spLocks noGrp="1"/>
          </p:cNvSpPr>
          <p:nvPr>
            <p:ph type="title"/>
          </p:nvPr>
        </p:nvSpPr>
        <p:spPr>
          <a:solidFill>
            <a:schemeClr val="bg1"/>
          </a:solidFill>
        </p:spPr>
        <p:txBody>
          <a:bodyPr/>
          <a:lstStyle/>
          <a:p>
            <a:r>
              <a:rPr lang="fr-FR"/>
              <a:t>Modifiez le style du titre</a:t>
            </a:r>
            <a:endParaRPr lang="en-GB"/>
          </a:p>
        </p:txBody>
      </p:sp>
    </p:spTree>
    <p:extLst>
      <p:ext uri="{BB962C8B-B14F-4D97-AF65-F5344CB8AC3E}">
        <p14:creationId xmlns:p14="http://schemas.microsoft.com/office/powerpoint/2010/main" val="29852331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iffre clé 2">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 coins arrondis 8">
            <a:extLst>
              <a:ext uri="{FF2B5EF4-FFF2-40B4-BE49-F238E27FC236}">
                <a16:creationId xmlns:a16="http://schemas.microsoft.com/office/drawing/2014/main" id="{067F4256-E34B-B370-6309-17C96ED75AEE}"/>
              </a:ext>
            </a:extLst>
          </p:cNvPr>
          <p:cNvSpPr/>
          <p:nvPr userDrawn="1"/>
        </p:nvSpPr>
        <p:spPr>
          <a:xfrm rot="2700000" flipV="1">
            <a:off x="5139465" y="-679084"/>
            <a:ext cx="2993630" cy="10723301"/>
          </a:xfrm>
          <a:prstGeom prst="roundRect">
            <a:avLst>
              <a:gd name="adj" fmla="val 50000"/>
            </a:avLst>
          </a:prstGeom>
          <a:gradFill flip="none" rotWithShape="1">
            <a:gsLst>
              <a:gs pos="25000">
                <a:schemeClr val="bg1">
                  <a:alpha val="0"/>
                </a:schemeClr>
              </a:gs>
              <a:gs pos="5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 coins arrondis 9">
            <a:extLst>
              <a:ext uri="{FF2B5EF4-FFF2-40B4-BE49-F238E27FC236}">
                <a16:creationId xmlns:a16="http://schemas.microsoft.com/office/drawing/2014/main" id="{04F3D889-89E9-DE56-D7DB-26E410E2A5B1}"/>
              </a:ext>
            </a:extLst>
          </p:cNvPr>
          <p:cNvSpPr/>
          <p:nvPr userDrawn="1"/>
        </p:nvSpPr>
        <p:spPr>
          <a:xfrm rot="2700000" flipV="1">
            <a:off x="569735" y="497224"/>
            <a:ext cx="4636371" cy="9734697"/>
          </a:xfrm>
          <a:prstGeom prst="roundRect">
            <a:avLst>
              <a:gd name="adj" fmla="val 50000"/>
            </a:avLst>
          </a:prstGeom>
          <a:gradFill flip="none" rotWithShape="1">
            <a:gsLst>
              <a:gs pos="25000">
                <a:schemeClr val="bg1">
                  <a:alpha val="0"/>
                </a:schemeClr>
              </a:gs>
              <a:gs pos="5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Ellipse 14">
            <a:extLst>
              <a:ext uri="{FF2B5EF4-FFF2-40B4-BE49-F238E27FC236}">
                <a16:creationId xmlns:a16="http://schemas.microsoft.com/office/drawing/2014/main" id="{E5BA94C6-2793-5623-9E87-FFF565B94D1B}"/>
              </a:ext>
            </a:extLst>
          </p:cNvPr>
          <p:cNvSpPr/>
          <p:nvPr/>
        </p:nvSpPr>
        <p:spPr>
          <a:xfrm>
            <a:off x="2368138" y="1241235"/>
            <a:ext cx="4645204" cy="464520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Ellipse 19">
            <a:extLst>
              <a:ext uri="{FF2B5EF4-FFF2-40B4-BE49-F238E27FC236}">
                <a16:creationId xmlns:a16="http://schemas.microsoft.com/office/drawing/2014/main" id="{4101654E-5EBE-93F8-2D54-16BC3E0FFDCE}"/>
              </a:ext>
            </a:extLst>
          </p:cNvPr>
          <p:cNvSpPr/>
          <p:nvPr/>
        </p:nvSpPr>
        <p:spPr>
          <a:xfrm>
            <a:off x="7844222" y="449142"/>
            <a:ext cx="3029337" cy="30293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 coins arrondis 22">
            <a:extLst>
              <a:ext uri="{FF2B5EF4-FFF2-40B4-BE49-F238E27FC236}">
                <a16:creationId xmlns:a16="http://schemas.microsoft.com/office/drawing/2014/main" id="{908BC7B0-92E8-2E2D-68D3-CA30B416B140}"/>
              </a:ext>
            </a:extLst>
          </p:cNvPr>
          <p:cNvSpPr/>
          <p:nvPr userDrawn="1"/>
        </p:nvSpPr>
        <p:spPr>
          <a:xfrm rot="2700000" flipV="1">
            <a:off x="6644580" y="3241190"/>
            <a:ext cx="1733061" cy="6318074"/>
          </a:xfrm>
          <a:prstGeom prst="roundRect">
            <a:avLst>
              <a:gd name="adj" fmla="val 50000"/>
            </a:avLst>
          </a:prstGeom>
          <a:gradFill flip="none" rotWithShape="1">
            <a:gsLst>
              <a:gs pos="25000">
                <a:schemeClr val="bg1">
                  <a:alpha val="0"/>
                </a:schemeClr>
              </a:gs>
              <a:gs pos="5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Ellipse 23">
            <a:extLst>
              <a:ext uri="{FF2B5EF4-FFF2-40B4-BE49-F238E27FC236}">
                <a16:creationId xmlns:a16="http://schemas.microsoft.com/office/drawing/2014/main" id="{2A2F478A-A0A9-49A4-035A-6A6F3D706258}"/>
              </a:ext>
            </a:extLst>
          </p:cNvPr>
          <p:cNvSpPr/>
          <p:nvPr userDrawn="1"/>
        </p:nvSpPr>
        <p:spPr>
          <a:xfrm>
            <a:off x="8249362" y="3910474"/>
            <a:ext cx="1753732" cy="175373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7" name="Graphique 9">
            <a:extLst>
              <a:ext uri="{FF2B5EF4-FFF2-40B4-BE49-F238E27FC236}">
                <a16:creationId xmlns:a16="http://schemas.microsoft.com/office/drawing/2014/main" id="{AA9EDB09-F372-14AE-BD9A-A93318D04E41}"/>
              </a:ext>
            </a:extLst>
          </p:cNvPr>
          <p:cNvGrpSpPr/>
          <p:nvPr userDrawn="1"/>
        </p:nvGrpSpPr>
        <p:grpSpPr>
          <a:xfrm>
            <a:off x="10854273" y="6451996"/>
            <a:ext cx="766931" cy="219810"/>
            <a:chOff x="3505759" y="528463"/>
            <a:chExt cx="5396928" cy="1546814"/>
          </a:xfrm>
        </p:grpSpPr>
        <p:sp>
          <p:nvSpPr>
            <p:cNvPr id="28" name="Forme libre 27">
              <a:extLst>
                <a:ext uri="{FF2B5EF4-FFF2-40B4-BE49-F238E27FC236}">
                  <a16:creationId xmlns:a16="http://schemas.microsoft.com/office/drawing/2014/main" id="{E27A3E9C-E3BA-9B6B-C2D9-ABCF304AF0F2}"/>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C3B60F32-E337-A3C2-AC39-AF18BED1AEFB}"/>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4F206BEC-8C0F-4805-FFB6-A9678999570B}"/>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31" name="Forme libre 30">
              <a:extLst>
                <a:ext uri="{FF2B5EF4-FFF2-40B4-BE49-F238E27FC236}">
                  <a16:creationId xmlns:a16="http://schemas.microsoft.com/office/drawing/2014/main" id="{8BC6B1AD-9ED9-C8D0-DD43-9D97D075C12B}"/>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32" name="Forme libre 31">
              <a:extLst>
                <a:ext uri="{FF2B5EF4-FFF2-40B4-BE49-F238E27FC236}">
                  <a16:creationId xmlns:a16="http://schemas.microsoft.com/office/drawing/2014/main" id="{1AD3FA66-A8F2-BE9F-301C-46099062D7A9}"/>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33" name="Forme libre 32">
              <a:extLst>
                <a:ext uri="{FF2B5EF4-FFF2-40B4-BE49-F238E27FC236}">
                  <a16:creationId xmlns:a16="http://schemas.microsoft.com/office/drawing/2014/main" id="{CD11265C-ECD4-4DA8-A14E-80830100F2A1}"/>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34" name="Forme libre 33">
              <a:extLst>
                <a:ext uri="{FF2B5EF4-FFF2-40B4-BE49-F238E27FC236}">
                  <a16:creationId xmlns:a16="http://schemas.microsoft.com/office/drawing/2014/main" id="{E22228EF-7937-B956-0E15-117C6611529F}"/>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35" name="Forme libre 34">
              <a:extLst>
                <a:ext uri="{FF2B5EF4-FFF2-40B4-BE49-F238E27FC236}">
                  <a16:creationId xmlns:a16="http://schemas.microsoft.com/office/drawing/2014/main" id="{1C33E094-BFD0-AE32-490C-5BD3FC6AF729}"/>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36" name="Forme libre 35">
              <a:extLst>
                <a:ext uri="{FF2B5EF4-FFF2-40B4-BE49-F238E27FC236}">
                  <a16:creationId xmlns:a16="http://schemas.microsoft.com/office/drawing/2014/main" id="{27B256D5-E1AB-D582-065F-BF7DAE4B939C}"/>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37" name="Forme libre 36">
              <a:extLst>
                <a:ext uri="{FF2B5EF4-FFF2-40B4-BE49-F238E27FC236}">
                  <a16:creationId xmlns:a16="http://schemas.microsoft.com/office/drawing/2014/main" id="{3DCB34BD-EC32-A801-FFD2-E46A99140083}"/>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8" name="Forme libre 37">
              <a:extLst>
                <a:ext uri="{FF2B5EF4-FFF2-40B4-BE49-F238E27FC236}">
                  <a16:creationId xmlns:a16="http://schemas.microsoft.com/office/drawing/2014/main" id="{7BA1F763-5F06-5D1A-8E0C-9762381A6064}"/>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11" name="Titre 24">
            <a:extLst>
              <a:ext uri="{FF2B5EF4-FFF2-40B4-BE49-F238E27FC236}">
                <a16:creationId xmlns:a16="http://schemas.microsoft.com/office/drawing/2014/main" id="{03D9696C-AD1D-B1E6-3F07-1DC81A34B9BF}"/>
              </a:ext>
            </a:extLst>
          </p:cNvPr>
          <p:cNvSpPr>
            <a:spLocks noGrp="1"/>
          </p:cNvSpPr>
          <p:nvPr>
            <p:ph type="title"/>
          </p:nvPr>
        </p:nvSpPr>
        <p:spPr>
          <a:xfrm>
            <a:off x="-759942" y="330474"/>
            <a:ext cx="5991367" cy="701123"/>
          </a:xfrm>
          <a:solidFill>
            <a:schemeClr val="bg1"/>
          </a:solidFill>
        </p:spPr>
        <p:txBody>
          <a:bodyPr/>
          <a:lstStyle/>
          <a:p>
            <a:r>
              <a:rPr lang="fr-FR"/>
              <a:t>Modifiez le style du titre</a:t>
            </a:r>
            <a:endParaRPr lang="en-GB"/>
          </a:p>
        </p:txBody>
      </p:sp>
    </p:spTree>
    <p:extLst>
      <p:ext uri="{BB962C8B-B14F-4D97-AF65-F5344CB8AC3E}">
        <p14:creationId xmlns:p14="http://schemas.microsoft.com/office/powerpoint/2010/main" val="7213211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e et chiffre clé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6A6D17-4DE1-753B-3702-44377CD01722}"/>
              </a:ext>
            </a:extLst>
          </p:cNvPr>
          <p:cNvSpPr/>
          <p:nvPr userDrawn="1"/>
        </p:nvSpPr>
        <p:spPr>
          <a:xfrm>
            <a:off x="6096001"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Rectangle 7">
            <a:extLst>
              <a:ext uri="{FF2B5EF4-FFF2-40B4-BE49-F238E27FC236}">
                <a16:creationId xmlns:a16="http://schemas.microsoft.com/office/drawing/2014/main" id="{8F34F2D8-B767-E418-E791-1D9C93026F34}"/>
              </a:ext>
            </a:extLst>
          </p:cNvPr>
          <p:cNvSpPr/>
          <p:nvPr userDrawn="1"/>
        </p:nvSpPr>
        <p:spPr>
          <a:xfrm>
            <a:off x="6096001"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orme libre 8">
            <a:extLst>
              <a:ext uri="{FF2B5EF4-FFF2-40B4-BE49-F238E27FC236}">
                <a16:creationId xmlns:a16="http://schemas.microsoft.com/office/drawing/2014/main" id="{F6E35435-E6C0-F17F-42D3-A31153076D6D}"/>
              </a:ext>
            </a:extLst>
          </p:cNvPr>
          <p:cNvSpPr/>
          <p:nvPr userDrawn="1"/>
        </p:nvSpPr>
        <p:spPr>
          <a:xfrm>
            <a:off x="7490290" y="1537039"/>
            <a:ext cx="3286426" cy="3412394"/>
          </a:xfrm>
          <a:custGeom>
            <a:avLst/>
            <a:gdLst>
              <a:gd name="connsiteX0" fmla="*/ 0 w 10253134"/>
              <a:gd name="connsiteY0" fmla="*/ 76200 h 5173133"/>
              <a:gd name="connsiteX1" fmla="*/ 6155267 w 10253134"/>
              <a:gd name="connsiteY1" fmla="*/ 5173133 h 5173133"/>
              <a:gd name="connsiteX2" fmla="*/ 10253134 w 10253134"/>
              <a:gd name="connsiteY2" fmla="*/ 0 h 5173133"/>
              <a:gd name="connsiteX0" fmla="*/ 0 w 4097867"/>
              <a:gd name="connsiteY0" fmla="*/ 5173133 h 5173133"/>
              <a:gd name="connsiteX1" fmla="*/ 4097867 w 4097867"/>
              <a:gd name="connsiteY1" fmla="*/ 0 h 5173133"/>
              <a:gd name="connsiteX0" fmla="*/ 0 w 3534234"/>
              <a:gd name="connsiteY0" fmla="*/ 6156913 h 6156913"/>
              <a:gd name="connsiteX1" fmla="*/ 3534234 w 3534234"/>
              <a:gd name="connsiteY1" fmla="*/ 0 h 6156913"/>
              <a:gd name="connsiteX0" fmla="*/ 0 w 3716586"/>
              <a:gd name="connsiteY0" fmla="*/ 5935839 h 5935839"/>
              <a:gd name="connsiteX1" fmla="*/ 3716586 w 3716586"/>
              <a:gd name="connsiteY1" fmla="*/ 0 h 5935839"/>
              <a:gd name="connsiteX0" fmla="*/ 0 w 3225958"/>
              <a:gd name="connsiteY0" fmla="*/ 4799434 h 4799434"/>
              <a:gd name="connsiteX1" fmla="*/ 3225958 w 3225958"/>
              <a:gd name="connsiteY1" fmla="*/ 0 h 4799434"/>
              <a:gd name="connsiteX0" fmla="*/ 0 w 3217351"/>
              <a:gd name="connsiteY0" fmla="*/ 4455069 h 4455069"/>
              <a:gd name="connsiteX1" fmla="*/ 3217351 w 3217351"/>
              <a:gd name="connsiteY1" fmla="*/ 0 h 4455069"/>
            </a:gdLst>
            <a:ahLst/>
            <a:cxnLst>
              <a:cxn ang="0">
                <a:pos x="connsiteX0" y="connsiteY0"/>
              </a:cxn>
              <a:cxn ang="0">
                <a:pos x="connsiteX1" y="connsiteY1"/>
              </a:cxn>
            </a:cxnLst>
            <a:rect l="l" t="t" r="r" b="b"/>
            <a:pathLst>
              <a:path w="3217351" h="4455069">
                <a:moveTo>
                  <a:pt x="0" y="4455069"/>
                </a:moveTo>
                <a:lnTo>
                  <a:pt x="3217351" y="0"/>
                </a:lnTo>
              </a:path>
            </a:pathLst>
          </a:custGeom>
          <a:noFill/>
          <a:ln w="2159000" cap="rnd">
            <a:gradFill flip="none" rotWithShape="1">
              <a:gsLst>
                <a:gs pos="20000">
                  <a:srgbClr val="FFFFFF">
                    <a:alpha val="0"/>
                  </a:srgbClr>
                </a:gs>
                <a:gs pos="55000">
                  <a:srgbClr val="FFFFFF">
                    <a:alpha val="70000"/>
                  </a:srgbClr>
                </a:gs>
                <a:gs pos="100000">
                  <a:schemeClr val="bg1"/>
                </a:gs>
              </a:gsLst>
              <a:lin ang="189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Ellipse 11">
            <a:extLst>
              <a:ext uri="{FF2B5EF4-FFF2-40B4-BE49-F238E27FC236}">
                <a16:creationId xmlns:a16="http://schemas.microsoft.com/office/drawing/2014/main" id="{4F17120A-076D-3CE7-E2BD-C7EAB5B94CEE}"/>
              </a:ext>
            </a:extLst>
          </p:cNvPr>
          <p:cNvSpPr/>
          <p:nvPr userDrawn="1"/>
        </p:nvSpPr>
        <p:spPr>
          <a:xfrm>
            <a:off x="9696876" y="457200"/>
            <a:ext cx="2159680" cy="215967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llipse 12">
            <a:extLst>
              <a:ext uri="{FF2B5EF4-FFF2-40B4-BE49-F238E27FC236}">
                <a16:creationId xmlns:a16="http://schemas.microsoft.com/office/drawing/2014/main" id="{D0B6FC91-B015-7639-4E63-7D429E369EA1}"/>
              </a:ext>
            </a:extLst>
          </p:cNvPr>
          <p:cNvSpPr/>
          <p:nvPr userDrawn="1"/>
        </p:nvSpPr>
        <p:spPr>
          <a:xfrm>
            <a:off x="6410450" y="3869594"/>
            <a:ext cx="2159680" cy="2159678"/>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Ellipse 13">
            <a:extLst>
              <a:ext uri="{FF2B5EF4-FFF2-40B4-BE49-F238E27FC236}">
                <a16:creationId xmlns:a16="http://schemas.microsoft.com/office/drawing/2014/main" id="{E5E6321F-CCA8-CDF1-5716-77107F2E59E5}"/>
              </a:ext>
            </a:extLst>
          </p:cNvPr>
          <p:cNvSpPr/>
          <p:nvPr userDrawn="1"/>
        </p:nvSpPr>
        <p:spPr>
          <a:xfrm>
            <a:off x="6415347" y="457200"/>
            <a:ext cx="2159680" cy="215967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Ellipse 15">
            <a:extLst>
              <a:ext uri="{FF2B5EF4-FFF2-40B4-BE49-F238E27FC236}">
                <a16:creationId xmlns:a16="http://schemas.microsoft.com/office/drawing/2014/main" id="{4D41EBCA-AA34-A6D0-7CD2-E4FD2CF42DBB}"/>
              </a:ext>
            </a:extLst>
          </p:cNvPr>
          <p:cNvSpPr/>
          <p:nvPr userDrawn="1"/>
        </p:nvSpPr>
        <p:spPr>
          <a:xfrm>
            <a:off x="9639744" y="4055358"/>
            <a:ext cx="2159680" cy="215967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Espace réservé du numéro de diapositive 4">
            <a:extLst>
              <a:ext uri="{FF2B5EF4-FFF2-40B4-BE49-F238E27FC236}">
                <a16:creationId xmlns:a16="http://schemas.microsoft.com/office/drawing/2014/main" id="{00C4C251-41AD-6EDD-5B39-3DE3237A631B}"/>
              </a:ext>
            </a:extLst>
          </p:cNvPr>
          <p:cNvSpPr>
            <a:spLocks noGrp="1"/>
          </p:cNvSpPr>
          <p:nvPr>
            <p:ph type="sldNum" sz="quarter" idx="12"/>
          </p:nvPr>
        </p:nvSpPr>
        <p:spPr>
          <a:xfrm>
            <a:off x="11738338" y="6390217"/>
            <a:ext cx="445191" cy="365125"/>
          </a:xfrm>
        </p:spPr>
        <p:txBody>
          <a:bodyPr/>
          <a:lstStyle/>
          <a:p>
            <a:fld id="{BD8650C1-FE00-47B0-973D-77306D8B837F}" type="slidenum">
              <a:rPr lang="en-US" smtClean="0"/>
              <a:t>‹N°›</a:t>
            </a:fld>
            <a:endParaRPr lang="en-US"/>
          </a:p>
        </p:txBody>
      </p:sp>
      <p:cxnSp>
        <p:nvCxnSpPr>
          <p:cNvPr id="24" name="Connecteur droit 23">
            <a:extLst>
              <a:ext uri="{FF2B5EF4-FFF2-40B4-BE49-F238E27FC236}">
                <a16:creationId xmlns:a16="http://schemas.microsoft.com/office/drawing/2014/main" id="{80F59488-A7F3-7A04-683E-E6421986F4A6}"/>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aphique 9">
            <a:extLst>
              <a:ext uri="{FF2B5EF4-FFF2-40B4-BE49-F238E27FC236}">
                <a16:creationId xmlns:a16="http://schemas.microsoft.com/office/drawing/2014/main" id="{A4339F9F-10D1-61C7-0573-4C750C7EBEB9}"/>
              </a:ext>
            </a:extLst>
          </p:cNvPr>
          <p:cNvGrpSpPr/>
          <p:nvPr userDrawn="1"/>
        </p:nvGrpSpPr>
        <p:grpSpPr>
          <a:xfrm>
            <a:off x="10854273" y="6451996"/>
            <a:ext cx="766931" cy="219810"/>
            <a:chOff x="3505759" y="528463"/>
            <a:chExt cx="5396928" cy="1546814"/>
          </a:xfrm>
        </p:grpSpPr>
        <p:sp>
          <p:nvSpPr>
            <p:cNvPr id="26" name="Forme libre 25">
              <a:extLst>
                <a:ext uri="{FF2B5EF4-FFF2-40B4-BE49-F238E27FC236}">
                  <a16:creationId xmlns:a16="http://schemas.microsoft.com/office/drawing/2014/main" id="{CBF1F7D6-D9CF-B367-522B-8121BBBBA32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27" name="Forme libre 26">
              <a:extLst>
                <a:ext uri="{FF2B5EF4-FFF2-40B4-BE49-F238E27FC236}">
                  <a16:creationId xmlns:a16="http://schemas.microsoft.com/office/drawing/2014/main" id="{8353537F-D94A-2DD7-47F4-9C2D4195C230}"/>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28" name="Forme libre 27">
              <a:extLst>
                <a:ext uri="{FF2B5EF4-FFF2-40B4-BE49-F238E27FC236}">
                  <a16:creationId xmlns:a16="http://schemas.microsoft.com/office/drawing/2014/main" id="{295CD586-7D15-4697-8C9B-E0D3F7B67A2B}"/>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0100B172-8C44-E737-C4ED-DA01CD84F7EE}"/>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F6961F42-1FA7-92AF-7FC7-64FC9234871D}"/>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31" name="Forme libre 30">
              <a:extLst>
                <a:ext uri="{FF2B5EF4-FFF2-40B4-BE49-F238E27FC236}">
                  <a16:creationId xmlns:a16="http://schemas.microsoft.com/office/drawing/2014/main" id="{6B78C2FD-C905-2BAE-7AB4-051C6BD0B78C}"/>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32" name="Forme libre 31">
              <a:extLst>
                <a:ext uri="{FF2B5EF4-FFF2-40B4-BE49-F238E27FC236}">
                  <a16:creationId xmlns:a16="http://schemas.microsoft.com/office/drawing/2014/main" id="{0837C80E-D53F-C665-A014-296E1354606A}"/>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33" name="Forme libre 32">
              <a:extLst>
                <a:ext uri="{FF2B5EF4-FFF2-40B4-BE49-F238E27FC236}">
                  <a16:creationId xmlns:a16="http://schemas.microsoft.com/office/drawing/2014/main" id="{FA67A263-C648-27AB-9E46-6F8A2C39354F}"/>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34" name="Forme libre 33">
              <a:extLst>
                <a:ext uri="{FF2B5EF4-FFF2-40B4-BE49-F238E27FC236}">
                  <a16:creationId xmlns:a16="http://schemas.microsoft.com/office/drawing/2014/main" id="{8A104100-1E4D-A8EF-D5D7-9A3917CF9385}"/>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35" name="Forme libre 34">
              <a:extLst>
                <a:ext uri="{FF2B5EF4-FFF2-40B4-BE49-F238E27FC236}">
                  <a16:creationId xmlns:a16="http://schemas.microsoft.com/office/drawing/2014/main" id="{667F850F-F640-4F39-B8C3-ACCE756B0AE8}"/>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6" name="Forme libre 35">
              <a:extLst>
                <a:ext uri="{FF2B5EF4-FFF2-40B4-BE49-F238E27FC236}">
                  <a16:creationId xmlns:a16="http://schemas.microsoft.com/office/drawing/2014/main" id="{4588A599-D3DB-BCE0-87DD-0E1C7E89D248}"/>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10" name="Titre 9">
            <a:extLst>
              <a:ext uri="{FF2B5EF4-FFF2-40B4-BE49-F238E27FC236}">
                <a16:creationId xmlns:a16="http://schemas.microsoft.com/office/drawing/2014/main" id="{DBD8505E-B813-716E-5847-B52B7443F12F}"/>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7616731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e et chiffre clé 2">
    <p:spTree>
      <p:nvGrpSpPr>
        <p:cNvPr id="1" name=""/>
        <p:cNvGrpSpPr/>
        <p:nvPr/>
      </p:nvGrpSpPr>
      <p:grpSpPr>
        <a:xfrm>
          <a:off x="0" y="0"/>
          <a:ext cx="0" cy="0"/>
          <a:chOff x="0" y="0"/>
          <a:chExt cx="0" cy="0"/>
        </a:xfrm>
      </p:grpSpPr>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5" name="Rectangle 14">
            <a:extLst>
              <a:ext uri="{FF2B5EF4-FFF2-40B4-BE49-F238E27FC236}">
                <a16:creationId xmlns:a16="http://schemas.microsoft.com/office/drawing/2014/main" id="{7B775F84-A970-5CAC-3947-3BBF20A917CC}"/>
              </a:ext>
            </a:extLst>
          </p:cNvPr>
          <p:cNvSpPr/>
          <p:nvPr userDrawn="1"/>
        </p:nvSpPr>
        <p:spPr>
          <a:xfrm>
            <a:off x="7238999" y="0"/>
            <a:ext cx="4953001"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orme libre 16">
            <a:extLst>
              <a:ext uri="{FF2B5EF4-FFF2-40B4-BE49-F238E27FC236}">
                <a16:creationId xmlns:a16="http://schemas.microsoft.com/office/drawing/2014/main" id="{AC2F8DAB-880A-937D-C812-9665F25C18B8}"/>
              </a:ext>
            </a:extLst>
          </p:cNvPr>
          <p:cNvSpPr/>
          <p:nvPr userDrawn="1"/>
        </p:nvSpPr>
        <p:spPr>
          <a:xfrm>
            <a:off x="7119728" y="3087467"/>
            <a:ext cx="2619515" cy="3132668"/>
          </a:xfrm>
          <a:custGeom>
            <a:avLst/>
            <a:gdLst>
              <a:gd name="connsiteX0" fmla="*/ 0 w 10253134"/>
              <a:gd name="connsiteY0" fmla="*/ 76200 h 5173133"/>
              <a:gd name="connsiteX1" fmla="*/ 6155267 w 10253134"/>
              <a:gd name="connsiteY1" fmla="*/ 5173133 h 5173133"/>
              <a:gd name="connsiteX2" fmla="*/ 10253134 w 10253134"/>
              <a:gd name="connsiteY2" fmla="*/ 0 h 5173133"/>
              <a:gd name="connsiteX0" fmla="*/ 0 w 4097867"/>
              <a:gd name="connsiteY0" fmla="*/ 5173133 h 5173133"/>
              <a:gd name="connsiteX1" fmla="*/ 4097867 w 4097867"/>
              <a:gd name="connsiteY1" fmla="*/ 0 h 5173133"/>
              <a:gd name="connsiteX0" fmla="*/ 0 w 3534234"/>
              <a:gd name="connsiteY0" fmla="*/ 6156913 h 6156913"/>
              <a:gd name="connsiteX1" fmla="*/ 3534234 w 3534234"/>
              <a:gd name="connsiteY1" fmla="*/ 0 h 6156913"/>
              <a:gd name="connsiteX0" fmla="*/ 0 w 3716586"/>
              <a:gd name="connsiteY0" fmla="*/ 5935839 h 5935839"/>
              <a:gd name="connsiteX1" fmla="*/ 3716586 w 3716586"/>
              <a:gd name="connsiteY1" fmla="*/ 0 h 5935839"/>
              <a:gd name="connsiteX0" fmla="*/ 0 w 3484503"/>
              <a:gd name="connsiteY0" fmla="*/ 5560014 h 5560014"/>
              <a:gd name="connsiteX1" fmla="*/ 3484503 w 3484503"/>
              <a:gd name="connsiteY1" fmla="*/ 0 h 5560014"/>
              <a:gd name="connsiteX0" fmla="*/ 0 w 3070068"/>
              <a:gd name="connsiteY0" fmla="*/ 4907846 h 4907846"/>
              <a:gd name="connsiteX1" fmla="*/ 3070068 w 3070068"/>
              <a:gd name="connsiteY1" fmla="*/ 0 h 4907846"/>
              <a:gd name="connsiteX0" fmla="*/ 0 w 2721942"/>
              <a:gd name="connsiteY0" fmla="*/ 4344107 h 4344107"/>
              <a:gd name="connsiteX1" fmla="*/ 2721942 w 2721942"/>
              <a:gd name="connsiteY1" fmla="*/ 0 h 4344107"/>
              <a:gd name="connsiteX0" fmla="*/ 0 w 2564457"/>
              <a:gd name="connsiteY0" fmla="*/ 4089871 h 4089871"/>
              <a:gd name="connsiteX1" fmla="*/ 2564457 w 2564457"/>
              <a:gd name="connsiteY1" fmla="*/ 0 h 4089871"/>
            </a:gdLst>
            <a:ahLst/>
            <a:cxnLst>
              <a:cxn ang="0">
                <a:pos x="connsiteX0" y="connsiteY0"/>
              </a:cxn>
              <a:cxn ang="0">
                <a:pos x="connsiteX1" y="connsiteY1"/>
              </a:cxn>
            </a:cxnLst>
            <a:rect l="l" t="t" r="r" b="b"/>
            <a:pathLst>
              <a:path w="2564457" h="4089871">
                <a:moveTo>
                  <a:pt x="0" y="4089871"/>
                </a:moveTo>
                <a:lnTo>
                  <a:pt x="2564457" y="0"/>
                </a:lnTo>
              </a:path>
            </a:pathLst>
          </a:custGeom>
          <a:noFill/>
          <a:ln w="2794000" cap="rnd">
            <a:gradFill flip="none" rotWithShape="1">
              <a:gsLst>
                <a:gs pos="42000">
                  <a:srgbClr val="FFFFFF">
                    <a:alpha val="70000"/>
                  </a:srgbClr>
                </a:gs>
                <a:gs pos="15000">
                  <a:schemeClr val="bg1">
                    <a:alpha val="0"/>
                  </a:schemeClr>
                </a:gs>
                <a:gs pos="100000">
                  <a:schemeClr val="bg1"/>
                </a:gs>
              </a:gsLst>
              <a:lin ang="18000000" scaled="0"/>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Ellipse 17">
            <a:extLst>
              <a:ext uri="{FF2B5EF4-FFF2-40B4-BE49-F238E27FC236}">
                <a16:creationId xmlns:a16="http://schemas.microsoft.com/office/drawing/2014/main" id="{487EA6A0-749F-8132-748D-C391DA7BD380}"/>
              </a:ext>
            </a:extLst>
          </p:cNvPr>
          <p:cNvSpPr/>
          <p:nvPr userDrawn="1"/>
        </p:nvSpPr>
        <p:spPr>
          <a:xfrm>
            <a:off x="8340177" y="1686489"/>
            <a:ext cx="2801957" cy="2801957"/>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Espace réservé du numéro de diapositive 4">
            <a:extLst>
              <a:ext uri="{FF2B5EF4-FFF2-40B4-BE49-F238E27FC236}">
                <a16:creationId xmlns:a16="http://schemas.microsoft.com/office/drawing/2014/main" id="{C9391E61-4A0C-A0B0-0967-814940E9F319}"/>
              </a:ext>
            </a:extLst>
          </p:cNvPr>
          <p:cNvSpPr>
            <a:spLocks noGrp="1"/>
          </p:cNvSpPr>
          <p:nvPr>
            <p:ph type="sldNum" sz="quarter" idx="12"/>
          </p:nvPr>
        </p:nvSpPr>
        <p:spPr>
          <a:xfrm>
            <a:off x="11738338" y="6390217"/>
            <a:ext cx="445191" cy="365125"/>
          </a:xfrm>
        </p:spPr>
        <p:txBody>
          <a:bodyPr/>
          <a:lstStyle/>
          <a:p>
            <a:fld id="{BD8650C1-FE00-47B0-973D-77306D8B837F}" type="slidenum">
              <a:rPr lang="en-US" smtClean="0"/>
              <a:t>‹N°›</a:t>
            </a:fld>
            <a:endParaRPr lang="en-US"/>
          </a:p>
        </p:txBody>
      </p:sp>
      <p:cxnSp>
        <p:nvCxnSpPr>
          <p:cNvPr id="24" name="Connecteur droit 23">
            <a:extLst>
              <a:ext uri="{FF2B5EF4-FFF2-40B4-BE49-F238E27FC236}">
                <a16:creationId xmlns:a16="http://schemas.microsoft.com/office/drawing/2014/main" id="{A624B872-1C84-21F6-B09F-69BB6D079B7D}"/>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aphique 9">
            <a:extLst>
              <a:ext uri="{FF2B5EF4-FFF2-40B4-BE49-F238E27FC236}">
                <a16:creationId xmlns:a16="http://schemas.microsoft.com/office/drawing/2014/main" id="{D34342B4-7621-6167-9E94-C76F28ACBF06}"/>
              </a:ext>
            </a:extLst>
          </p:cNvPr>
          <p:cNvGrpSpPr/>
          <p:nvPr userDrawn="1"/>
        </p:nvGrpSpPr>
        <p:grpSpPr>
          <a:xfrm>
            <a:off x="10854273" y="6451996"/>
            <a:ext cx="766931" cy="219810"/>
            <a:chOff x="3505759" y="528463"/>
            <a:chExt cx="5396928" cy="1546814"/>
          </a:xfrm>
        </p:grpSpPr>
        <p:sp>
          <p:nvSpPr>
            <p:cNvPr id="26" name="Forme libre 25">
              <a:extLst>
                <a:ext uri="{FF2B5EF4-FFF2-40B4-BE49-F238E27FC236}">
                  <a16:creationId xmlns:a16="http://schemas.microsoft.com/office/drawing/2014/main" id="{521A72DA-22F2-8C53-4990-1EA0E2F4A612}"/>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27" name="Forme libre 26">
              <a:extLst>
                <a:ext uri="{FF2B5EF4-FFF2-40B4-BE49-F238E27FC236}">
                  <a16:creationId xmlns:a16="http://schemas.microsoft.com/office/drawing/2014/main" id="{7322891E-E351-8364-F2FD-8F4FB8E1F1FB}"/>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28" name="Forme libre 27">
              <a:extLst>
                <a:ext uri="{FF2B5EF4-FFF2-40B4-BE49-F238E27FC236}">
                  <a16:creationId xmlns:a16="http://schemas.microsoft.com/office/drawing/2014/main" id="{B67903FE-92F1-B55C-EEAD-50DB31AE6664}"/>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361C9E40-636E-F164-8CC8-7A0F0C0ABA5F}"/>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FC785DDF-924E-E7EF-07E7-FB9621D1044B}"/>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31" name="Forme libre 30">
              <a:extLst>
                <a:ext uri="{FF2B5EF4-FFF2-40B4-BE49-F238E27FC236}">
                  <a16:creationId xmlns:a16="http://schemas.microsoft.com/office/drawing/2014/main" id="{0ACF09F6-776A-483F-2160-569DE3E96D71}"/>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32" name="Forme libre 31">
              <a:extLst>
                <a:ext uri="{FF2B5EF4-FFF2-40B4-BE49-F238E27FC236}">
                  <a16:creationId xmlns:a16="http://schemas.microsoft.com/office/drawing/2014/main" id="{D72C421F-30ED-FD4E-0161-C11CEDDCDD97}"/>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33" name="Forme libre 32">
              <a:extLst>
                <a:ext uri="{FF2B5EF4-FFF2-40B4-BE49-F238E27FC236}">
                  <a16:creationId xmlns:a16="http://schemas.microsoft.com/office/drawing/2014/main" id="{97844614-76A0-E246-48B8-6AD0EC8F77CE}"/>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34" name="Forme libre 33">
              <a:extLst>
                <a:ext uri="{FF2B5EF4-FFF2-40B4-BE49-F238E27FC236}">
                  <a16:creationId xmlns:a16="http://schemas.microsoft.com/office/drawing/2014/main" id="{6F81E79A-2097-AD85-2493-53A012514632}"/>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35" name="Forme libre 34">
              <a:extLst>
                <a:ext uri="{FF2B5EF4-FFF2-40B4-BE49-F238E27FC236}">
                  <a16:creationId xmlns:a16="http://schemas.microsoft.com/office/drawing/2014/main" id="{1DC9FF06-5D87-0A6F-BB3E-9AF88014610E}"/>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6" name="Forme libre 35">
              <a:extLst>
                <a:ext uri="{FF2B5EF4-FFF2-40B4-BE49-F238E27FC236}">
                  <a16:creationId xmlns:a16="http://schemas.microsoft.com/office/drawing/2014/main" id="{3FF0F57E-9327-9AD5-8EE0-A95514ACCA14}"/>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7" name="Titre 6">
            <a:extLst>
              <a:ext uri="{FF2B5EF4-FFF2-40B4-BE49-F238E27FC236}">
                <a16:creationId xmlns:a16="http://schemas.microsoft.com/office/drawing/2014/main" id="{D1D596B6-F0C8-0D5C-0E82-F3B43BF2A03F}"/>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21382072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7" name="Titre 6">
            <a:extLst>
              <a:ext uri="{FF2B5EF4-FFF2-40B4-BE49-F238E27FC236}">
                <a16:creationId xmlns:a16="http://schemas.microsoft.com/office/drawing/2014/main" id="{DFC5EC1F-A965-BF07-5DBA-5E47C363C83C}"/>
              </a:ext>
            </a:extLst>
          </p:cNvPr>
          <p:cNvSpPr>
            <a:spLocks noGrp="1"/>
          </p:cNvSpPr>
          <p:nvPr>
            <p:ph type="title"/>
          </p:nvPr>
        </p:nvSpPr>
        <p:spPr>
          <a:solidFill>
            <a:schemeClr val="accent1"/>
          </a:solidFill>
        </p:spPr>
        <p:txBody>
          <a:bodyPr/>
          <a:lstStyle>
            <a:lvl1pPr>
              <a:defRPr>
                <a:solidFill>
                  <a:schemeClr val="bg1"/>
                </a:solidFill>
              </a:defRPr>
            </a:lvl1pPr>
          </a:lstStyle>
          <a:p>
            <a:r>
              <a:rPr lang="fr-FR" dirty="0"/>
              <a:t>Modifiez le style du titre</a:t>
            </a:r>
            <a:endParaRPr lang="en-GB" dirty="0"/>
          </a:p>
        </p:txBody>
      </p:sp>
    </p:spTree>
    <p:extLst>
      <p:ext uri="{BB962C8B-B14F-4D97-AF65-F5344CB8AC3E}">
        <p14:creationId xmlns:p14="http://schemas.microsoft.com/office/powerpoint/2010/main" val="1607299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re seul">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7" name="Titre 6">
            <a:extLst>
              <a:ext uri="{FF2B5EF4-FFF2-40B4-BE49-F238E27FC236}">
                <a16:creationId xmlns:a16="http://schemas.microsoft.com/office/drawing/2014/main" id="{DFC5EC1F-A965-BF07-5DBA-5E47C363C83C}"/>
              </a:ext>
            </a:extLst>
          </p:cNvPr>
          <p:cNvSpPr>
            <a:spLocks noGrp="1"/>
          </p:cNvSpPr>
          <p:nvPr>
            <p:ph type="title"/>
          </p:nvPr>
        </p:nvSpPr>
        <p:spPr>
          <a:solidFill>
            <a:schemeClr val="accent4"/>
          </a:solidFill>
        </p:spPr>
        <p:txBody>
          <a:bodyPr/>
          <a:lstStyle>
            <a:lvl1pPr>
              <a:defRPr>
                <a:solidFill>
                  <a:schemeClr val="bg1"/>
                </a:solidFill>
              </a:defRPr>
            </a:lvl1pPr>
          </a:lstStyle>
          <a:p>
            <a:r>
              <a:rPr lang="fr-FR"/>
              <a:t>Modifiez le style du titre</a:t>
            </a:r>
            <a:endParaRPr lang="en-GB"/>
          </a:p>
        </p:txBody>
      </p:sp>
    </p:spTree>
    <p:extLst>
      <p:ext uri="{BB962C8B-B14F-4D97-AF65-F5344CB8AC3E}">
        <p14:creationId xmlns:p14="http://schemas.microsoft.com/office/powerpoint/2010/main" val="15427912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itre seul">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7" name="Titre 6">
            <a:extLst>
              <a:ext uri="{FF2B5EF4-FFF2-40B4-BE49-F238E27FC236}">
                <a16:creationId xmlns:a16="http://schemas.microsoft.com/office/drawing/2014/main" id="{DFC5EC1F-A965-BF07-5DBA-5E47C363C83C}"/>
              </a:ext>
            </a:extLst>
          </p:cNvPr>
          <p:cNvSpPr>
            <a:spLocks noGrp="1"/>
          </p:cNvSpPr>
          <p:nvPr>
            <p:ph type="title"/>
          </p:nvPr>
        </p:nvSpPr>
        <p:spPr>
          <a:solidFill>
            <a:schemeClr val="accent3">
              <a:lumMod val="75000"/>
            </a:schemeClr>
          </a:solidFill>
        </p:spPr>
        <p:txBody>
          <a:bodyPr/>
          <a:lstStyle>
            <a:lvl1pPr>
              <a:defRPr>
                <a:solidFill>
                  <a:schemeClr val="bg1"/>
                </a:solidFill>
              </a:defRPr>
            </a:lvl1pPr>
          </a:lstStyle>
          <a:p>
            <a:r>
              <a:rPr lang="fr-FR" dirty="0"/>
              <a:t>Modifiez le style du titre</a:t>
            </a:r>
            <a:endParaRPr lang="en-GB" dirty="0"/>
          </a:p>
        </p:txBody>
      </p:sp>
    </p:spTree>
    <p:extLst>
      <p:ext uri="{BB962C8B-B14F-4D97-AF65-F5344CB8AC3E}">
        <p14:creationId xmlns:p14="http://schemas.microsoft.com/office/powerpoint/2010/main" val="39276310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re seul">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7" name="Titre 6">
            <a:extLst>
              <a:ext uri="{FF2B5EF4-FFF2-40B4-BE49-F238E27FC236}">
                <a16:creationId xmlns:a16="http://schemas.microsoft.com/office/drawing/2014/main" id="{DFC5EC1F-A965-BF07-5DBA-5E47C363C83C}"/>
              </a:ext>
            </a:extLst>
          </p:cNvPr>
          <p:cNvSpPr>
            <a:spLocks noGrp="1"/>
          </p:cNvSpPr>
          <p:nvPr>
            <p:ph type="title"/>
          </p:nvPr>
        </p:nvSpPr>
        <p:spPr>
          <a:solidFill>
            <a:schemeClr val="accent6"/>
          </a:solidFill>
        </p:spPr>
        <p:txBody>
          <a:bodyPr/>
          <a:lstStyle>
            <a:lvl1pPr>
              <a:defRPr>
                <a:solidFill>
                  <a:schemeClr val="bg1"/>
                </a:solidFill>
              </a:defRPr>
            </a:lvl1pPr>
          </a:lstStyle>
          <a:p>
            <a:r>
              <a:rPr lang="fr-FR" dirty="0"/>
              <a:t>Modifiez le style du titre</a:t>
            </a:r>
            <a:endParaRPr lang="en-GB" dirty="0"/>
          </a:p>
        </p:txBody>
      </p:sp>
    </p:spTree>
    <p:extLst>
      <p:ext uri="{BB962C8B-B14F-4D97-AF65-F5344CB8AC3E}">
        <p14:creationId xmlns:p14="http://schemas.microsoft.com/office/powerpoint/2010/main" val="2655507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7" name="Titre 6">
            <a:extLst>
              <a:ext uri="{FF2B5EF4-FFF2-40B4-BE49-F238E27FC236}">
                <a16:creationId xmlns:a16="http://schemas.microsoft.com/office/drawing/2014/main" id="{DFC5EC1F-A965-BF07-5DBA-5E47C363C83C}"/>
              </a:ext>
            </a:extLst>
          </p:cNvPr>
          <p:cNvSpPr>
            <a:spLocks noGrp="1"/>
          </p:cNvSpPr>
          <p:nvPr>
            <p:ph type="title"/>
          </p:nvPr>
        </p:nvSpPr>
        <p:spPr>
          <a:solidFill>
            <a:schemeClr val="accent2"/>
          </a:solidFill>
        </p:spPr>
        <p:txBody>
          <a:bodyPr/>
          <a:lstStyle>
            <a:lvl1pPr>
              <a:defRPr>
                <a:solidFill>
                  <a:schemeClr val="bg1"/>
                </a:solidFill>
              </a:defRPr>
            </a:lvl1pPr>
          </a:lstStyle>
          <a:p>
            <a:r>
              <a:rPr lang="fr-FR" dirty="0"/>
              <a:t>Modifiez le style du titre</a:t>
            </a:r>
            <a:endParaRPr lang="en-GB" dirty="0"/>
          </a:p>
        </p:txBody>
      </p:sp>
    </p:spTree>
    <p:extLst>
      <p:ext uri="{BB962C8B-B14F-4D97-AF65-F5344CB8AC3E}">
        <p14:creationId xmlns:p14="http://schemas.microsoft.com/office/powerpoint/2010/main" val="16076840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re seul fond jaun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pic>
        <p:nvPicPr>
          <p:cNvPr id="6" name="Graphic 2">
            <a:extLst>
              <a:ext uri="{FF2B5EF4-FFF2-40B4-BE49-F238E27FC236}">
                <a16:creationId xmlns:a16="http://schemas.microsoft.com/office/drawing/2014/main" id="{0902D5AA-8484-E6AE-E86C-8F18F6A43268}"/>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0" y="6442845"/>
            <a:ext cx="1377298" cy="259867"/>
          </a:xfrm>
          <a:prstGeom prst="rect">
            <a:avLst/>
          </a:prstGeom>
        </p:spPr>
      </p:pic>
    </p:spTree>
    <p:extLst>
      <p:ext uri="{BB962C8B-B14F-4D97-AF65-F5344CB8AC3E}">
        <p14:creationId xmlns:p14="http://schemas.microsoft.com/office/powerpoint/2010/main" val="38846031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pic>
        <p:nvPicPr>
          <p:cNvPr id="6" name="Graphic 2">
            <a:extLst>
              <a:ext uri="{FF2B5EF4-FFF2-40B4-BE49-F238E27FC236}">
                <a16:creationId xmlns:a16="http://schemas.microsoft.com/office/drawing/2014/main" id="{3A4E9C42-00F6-5F43-8D9E-407FDFCA5EB6}"/>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0" y="6442845"/>
            <a:ext cx="1377298" cy="259867"/>
          </a:xfrm>
          <a:prstGeom prst="rect">
            <a:avLst/>
          </a:prstGeom>
        </p:spPr>
      </p:pic>
    </p:spTree>
    <p:extLst>
      <p:ext uri="{BB962C8B-B14F-4D97-AF65-F5344CB8AC3E}">
        <p14:creationId xmlns:p14="http://schemas.microsoft.com/office/powerpoint/2010/main" val="35247536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n et titr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23" name="Forme libre 22">
            <a:extLst>
              <a:ext uri="{FF2B5EF4-FFF2-40B4-BE49-F238E27FC236}">
                <a16:creationId xmlns:a16="http://schemas.microsoft.com/office/drawing/2014/main" id="{F6D5EB0F-CBBD-5C5C-D2AF-2CF172816556}"/>
              </a:ext>
            </a:extLst>
          </p:cNvPr>
          <p:cNvSpPr/>
          <p:nvPr userDrawn="1"/>
        </p:nvSpPr>
        <p:spPr>
          <a:xfrm>
            <a:off x="8595299" y="2105891"/>
            <a:ext cx="1951064" cy="2785884"/>
          </a:xfrm>
          <a:custGeom>
            <a:avLst/>
            <a:gdLst>
              <a:gd name="connsiteX0" fmla="*/ 0 w 2336800"/>
              <a:gd name="connsiteY0" fmla="*/ 2752436 h 2752436"/>
              <a:gd name="connsiteX1" fmla="*/ 2336800 w 2336800"/>
              <a:gd name="connsiteY1" fmla="*/ 0 h 2752436"/>
            </a:gdLst>
            <a:ahLst/>
            <a:cxnLst>
              <a:cxn ang="0">
                <a:pos x="connsiteX0" y="connsiteY0"/>
              </a:cxn>
              <a:cxn ang="0">
                <a:pos x="connsiteX1" y="connsiteY1"/>
              </a:cxn>
            </a:cxnLst>
            <a:rect l="l" t="t" r="r" b="b"/>
            <a:pathLst>
              <a:path w="2336800" h="2752436">
                <a:moveTo>
                  <a:pt x="0" y="2752436"/>
                </a:moveTo>
                <a:lnTo>
                  <a:pt x="2336800" y="0"/>
                </a:lnTo>
              </a:path>
            </a:pathLst>
          </a:custGeom>
          <a:noFill/>
          <a:ln w="1895475" cap="rnd">
            <a:gradFill flip="none" rotWithShape="1">
              <a:gsLst>
                <a:gs pos="20000">
                  <a:srgbClr val="FFFFFF">
                    <a:alpha val="0"/>
                  </a:srgbClr>
                </a:gs>
                <a:gs pos="55000">
                  <a:srgbClr val="FFFFFF">
                    <a:alpha val="70000"/>
                  </a:srgbClr>
                </a:gs>
                <a:gs pos="100000">
                  <a:schemeClr val="bg1"/>
                </a:gs>
              </a:gsLst>
              <a:lin ang="189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Ellipse 23">
            <a:extLst>
              <a:ext uri="{FF2B5EF4-FFF2-40B4-BE49-F238E27FC236}">
                <a16:creationId xmlns:a16="http://schemas.microsoft.com/office/drawing/2014/main" id="{40BE44F4-46A0-5840-0295-381B34675940}"/>
              </a:ext>
            </a:extLst>
          </p:cNvPr>
          <p:cNvSpPr/>
          <p:nvPr userDrawn="1"/>
        </p:nvSpPr>
        <p:spPr>
          <a:xfrm>
            <a:off x="9611089" y="1152147"/>
            <a:ext cx="1889019" cy="188901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Forme libre 24">
            <a:extLst>
              <a:ext uri="{FF2B5EF4-FFF2-40B4-BE49-F238E27FC236}">
                <a16:creationId xmlns:a16="http://schemas.microsoft.com/office/drawing/2014/main" id="{FCA0A78F-045F-275C-8607-5E59EC3B2B33}"/>
              </a:ext>
            </a:extLst>
          </p:cNvPr>
          <p:cNvSpPr/>
          <p:nvPr userDrawn="1"/>
        </p:nvSpPr>
        <p:spPr>
          <a:xfrm>
            <a:off x="6285377" y="2105891"/>
            <a:ext cx="1951064" cy="2785884"/>
          </a:xfrm>
          <a:custGeom>
            <a:avLst/>
            <a:gdLst>
              <a:gd name="connsiteX0" fmla="*/ 0 w 2336800"/>
              <a:gd name="connsiteY0" fmla="*/ 2752436 h 2752436"/>
              <a:gd name="connsiteX1" fmla="*/ 2336800 w 2336800"/>
              <a:gd name="connsiteY1" fmla="*/ 0 h 2752436"/>
            </a:gdLst>
            <a:ahLst/>
            <a:cxnLst>
              <a:cxn ang="0">
                <a:pos x="connsiteX0" y="connsiteY0"/>
              </a:cxn>
              <a:cxn ang="0">
                <a:pos x="connsiteX1" y="connsiteY1"/>
              </a:cxn>
            </a:cxnLst>
            <a:rect l="l" t="t" r="r" b="b"/>
            <a:pathLst>
              <a:path w="2336800" h="2752436">
                <a:moveTo>
                  <a:pt x="0" y="2752436"/>
                </a:moveTo>
                <a:lnTo>
                  <a:pt x="2336800" y="0"/>
                </a:lnTo>
              </a:path>
            </a:pathLst>
          </a:custGeom>
          <a:noFill/>
          <a:ln w="1895475" cap="rnd">
            <a:gradFill flip="none" rotWithShape="1">
              <a:gsLst>
                <a:gs pos="20000">
                  <a:srgbClr val="FFFFFF">
                    <a:alpha val="0"/>
                  </a:srgbClr>
                </a:gs>
                <a:gs pos="55000">
                  <a:srgbClr val="FFFFFF">
                    <a:alpha val="70000"/>
                  </a:srgbClr>
                </a:gs>
                <a:gs pos="100000">
                  <a:schemeClr val="bg1"/>
                </a:gs>
              </a:gsLst>
              <a:lin ang="54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Forme libre 25">
            <a:extLst>
              <a:ext uri="{FF2B5EF4-FFF2-40B4-BE49-F238E27FC236}">
                <a16:creationId xmlns:a16="http://schemas.microsoft.com/office/drawing/2014/main" id="{31711F76-32C5-5011-973F-CC95EAA7E9CB}"/>
              </a:ext>
            </a:extLst>
          </p:cNvPr>
          <p:cNvSpPr/>
          <p:nvPr userDrawn="1"/>
        </p:nvSpPr>
        <p:spPr>
          <a:xfrm>
            <a:off x="3975454" y="2105891"/>
            <a:ext cx="1951064" cy="2785884"/>
          </a:xfrm>
          <a:custGeom>
            <a:avLst/>
            <a:gdLst>
              <a:gd name="connsiteX0" fmla="*/ 0 w 2336800"/>
              <a:gd name="connsiteY0" fmla="*/ 2752436 h 2752436"/>
              <a:gd name="connsiteX1" fmla="*/ 2336800 w 2336800"/>
              <a:gd name="connsiteY1" fmla="*/ 0 h 2752436"/>
            </a:gdLst>
            <a:ahLst/>
            <a:cxnLst>
              <a:cxn ang="0">
                <a:pos x="connsiteX0" y="connsiteY0"/>
              </a:cxn>
              <a:cxn ang="0">
                <a:pos x="connsiteX1" y="connsiteY1"/>
              </a:cxn>
            </a:cxnLst>
            <a:rect l="l" t="t" r="r" b="b"/>
            <a:pathLst>
              <a:path w="2336800" h="2752436">
                <a:moveTo>
                  <a:pt x="0" y="2752436"/>
                </a:moveTo>
                <a:lnTo>
                  <a:pt x="2336800" y="0"/>
                </a:lnTo>
              </a:path>
            </a:pathLst>
          </a:custGeom>
          <a:noFill/>
          <a:ln w="1895475" cap="rnd">
            <a:gradFill flip="none" rotWithShape="1">
              <a:gsLst>
                <a:gs pos="20000">
                  <a:srgbClr val="FFFFFF">
                    <a:alpha val="0"/>
                  </a:srgbClr>
                </a:gs>
                <a:gs pos="55000">
                  <a:srgbClr val="FFFFFF">
                    <a:alpha val="70000"/>
                  </a:srgbClr>
                </a:gs>
                <a:gs pos="100000">
                  <a:schemeClr val="bg1"/>
                </a:gs>
              </a:gsLst>
              <a:lin ang="189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Forme libre 26">
            <a:extLst>
              <a:ext uri="{FF2B5EF4-FFF2-40B4-BE49-F238E27FC236}">
                <a16:creationId xmlns:a16="http://schemas.microsoft.com/office/drawing/2014/main" id="{0A97424B-6259-C84B-69C4-FA28F33721B4}"/>
              </a:ext>
            </a:extLst>
          </p:cNvPr>
          <p:cNvSpPr/>
          <p:nvPr userDrawn="1"/>
        </p:nvSpPr>
        <p:spPr>
          <a:xfrm>
            <a:off x="1665531" y="2105891"/>
            <a:ext cx="1951064" cy="2785884"/>
          </a:xfrm>
          <a:custGeom>
            <a:avLst/>
            <a:gdLst>
              <a:gd name="connsiteX0" fmla="*/ 0 w 2336800"/>
              <a:gd name="connsiteY0" fmla="*/ 2752436 h 2752436"/>
              <a:gd name="connsiteX1" fmla="*/ 2336800 w 2336800"/>
              <a:gd name="connsiteY1" fmla="*/ 0 h 2752436"/>
            </a:gdLst>
            <a:ahLst/>
            <a:cxnLst>
              <a:cxn ang="0">
                <a:pos x="connsiteX0" y="connsiteY0"/>
              </a:cxn>
              <a:cxn ang="0">
                <a:pos x="connsiteX1" y="connsiteY1"/>
              </a:cxn>
            </a:cxnLst>
            <a:rect l="l" t="t" r="r" b="b"/>
            <a:pathLst>
              <a:path w="2336800" h="2752436">
                <a:moveTo>
                  <a:pt x="0" y="2752436"/>
                </a:moveTo>
                <a:lnTo>
                  <a:pt x="2336800" y="0"/>
                </a:lnTo>
              </a:path>
            </a:pathLst>
          </a:custGeom>
          <a:noFill/>
          <a:ln w="1895475" cap="rnd">
            <a:gradFill flip="none" rotWithShape="1">
              <a:gsLst>
                <a:gs pos="20000">
                  <a:srgbClr val="FFFFFF">
                    <a:alpha val="0"/>
                  </a:srgbClr>
                </a:gs>
                <a:gs pos="55000">
                  <a:srgbClr val="FFFFFF">
                    <a:alpha val="70000"/>
                  </a:srgbClr>
                </a:gs>
                <a:gs pos="100000">
                  <a:schemeClr val="bg1"/>
                </a:gs>
              </a:gsLst>
              <a:lin ang="54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itre 22">
            <a:extLst>
              <a:ext uri="{FF2B5EF4-FFF2-40B4-BE49-F238E27FC236}">
                <a16:creationId xmlns:a16="http://schemas.microsoft.com/office/drawing/2014/main" id="{AC96210E-F515-B949-C66E-156C47488347}"/>
              </a:ext>
            </a:extLst>
          </p:cNvPr>
          <p:cNvSpPr>
            <a:spLocks noGrp="1"/>
          </p:cNvSpPr>
          <p:nvPr>
            <p:ph type="title"/>
          </p:nvPr>
        </p:nvSpPr>
        <p:spPr>
          <a:xfrm>
            <a:off x="-759942" y="330474"/>
            <a:ext cx="5991367" cy="701123"/>
          </a:xfrm>
          <a:solidFill>
            <a:schemeClr val="bg1"/>
          </a:solidFill>
        </p:spPr>
        <p:txBody>
          <a:bodyPr/>
          <a:lstStyle/>
          <a:p>
            <a:r>
              <a:rPr lang="fr-FR"/>
              <a:t>Modifiez le style du titre</a:t>
            </a:r>
            <a:endParaRPr lang="en-GB"/>
          </a:p>
        </p:txBody>
      </p:sp>
    </p:spTree>
    <p:extLst>
      <p:ext uri="{BB962C8B-B14F-4D97-AF65-F5344CB8AC3E}">
        <p14:creationId xmlns:p14="http://schemas.microsoft.com/office/powerpoint/2010/main" val="30204656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n 2">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6" name="Forme libre 5">
            <a:extLst>
              <a:ext uri="{FF2B5EF4-FFF2-40B4-BE49-F238E27FC236}">
                <a16:creationId xmlns:a16="http://schemas.microsoft.com/office/drawing/2014/main" id="{1929A0A2-F8A1-8A0C-0CE4-4C6FAEA1DC1C}"/>
              </a:ext>
            </a:extLst>
          </p:cNvPr>
          <p:cNvSpPr/>
          <p:nvPr userDrawn="1"/>
        </p:nvSpPr>
        <p:spPr>
          <a:xfrm>
            <a:off x="-169334" y="1218142"/>
            <a:ext cx="11243733" cy="4902201"/>
          </a:xfrm>
          <a:custGeom>
            <a:avLst/>
            <a:gdLst>
              <a:gd name="connsiteX0" fmla="*/ 0 w 10888133"/>
              <a:gd name="connsiteY0" fmla="*/ 4250267 h 4707467"/>
              <a:gd name="connsiteX1" fmla="*/ 2777067 w 10888133"/>
              <a:gd name="connsiteY1" fmla="*/ 2709334 h 4707467"/>
              <a:gd name="connsiteX2" fmla="*/ 7408333 w 10888133"/>
              <a:gd name="connsiteY2" fmla="*/ 4707467 h 4707467"/>
              <a:gd name="connsiteX3" fmla="*/ 10888133 w 10888133"/>
              <a:gd name="connsiteY3" fmla="*/ 0 h 4707467"/>
              <a:gd name="connsiteX0" fmla="*/ 0 w 10888133"/>
              <a:gd name="connsiteY0" fmla="*/ 4250267 h 4707467"/>
              <a:gd name="connsiteX1" fmla="*/ 7569200 w 10888133"/>
              <a:gd name="connsiteY1" fmla="*/ 592667 h 4707467"/>
              <a:gd name="connsiteX2" fmla="*/ 7408333 w 10888133"/>
              <a:gd name="connsiteY2" fmla="*/ 4707467 h 4707467"/>
              <a:gd name="connsiteX3" fmla="*/ 10888133 w 10888133"/>
              <a:gd name="connsiteY3" fmla="*/ 0 h 4707467"/>
              <a:gd name="connsiteX0" fmla="*/ 0 w 11108267"/>
              <a:gd name="connsiteY0" fmla="*/ 4538134 h 4707467"/>
              <a:gd name="connsiteX1" fmla="*/ 7789334 w 11108267"/>
              <a:gd name="connsiteY1" fmla="*/ 592667 h 4707467"/>
              <a:gd name="connsiteX2" fmla="*/ 7628467 w 11108267"/>
              <a:gd name="connsiteY2" fmla="*/ 4707467 h 4707467"/>
              <a:gd name="connsiteX3" fmla="*/ 11108267 w 11108267"/>
              <a:gd name="connsiteY3" fmla="*/ 0 h 4707467"/>
              <a:gd name="connsiteX0" fmla="*/ 0 w 11430000"/>
              <a:gd name="connsiteY0" fmla="*/ 4461934 h 4631267"/>
              <a:gd name="connsiteX1" fmla="*/ 7789334 w 11430000"/>
              <a:gd name="connsiteY1" fmla="*/ 516467 h 4631267"/>
              <a:gd name="connsiteX2" fmla="*/ 7628467 w 11430000"/>
              <a:gd name="connsiteY2" fmla="*/ 4631267 h 4631267"/>
              <a:gd name="connsiteX3" fmla="*/ 11430000 w 11430000"/>
              <a:gd name="connsiteY3" fmla="*/ 0 h 4631267"/>
              <a:gd name="connsiteX0" fmla="*/ 0 w 11294533"/>
              <a:gd name="connsiteY0" fmla="*/ 4343401 h 4512734"/>
              <a:gd name="connsiteX1" fmla="*/ 7789334 w 11294533"/>
              <a:gd name="connsiteY1" fmla="*/ 397934 h 4512734"/>
              <a:gd name="connsiteX2" fmla="*/ 7628467 w 11294533"/>
              <a:gd name="connsiteY2" fmla="*/ 4512734 h 4512734"/>
              <a:gd name="connsiteX3" fmla="*/ 11294533 w 11294533"/>
              <a:gd name="connsiteY3" fmla="*/ 0 h 4512734"/>
              <a:gd name="connsiteX0" fmla="*/ 0 w 11294533"/>
              <a:gd name="connsiteY0" fmla="*/ 4343401 h 4512734"/>
              <a:gd name="connsiteX1" fmla="*/ 7425267 w 11294533"/>
              <a:gd name="connsiteY1" fmla="*/ 372534 h 4512734"/>
              <a:gd name="connsiteX2" fmla="*/ 7628467 w 11294533"/>
              <a:gd name="connsiteY2" fmla="*/ 4512734 h 4512734"/>
              <a:gd name="connsiteX3" fmla="*/ 11294533 w 11294533"/>
              <a:gd name="connsiteY3" fmla="*/ 0 h 4512734"/>
              <a:gd name="connsiteX0" fmla="*/ 0 w 11243733"/>
              <a:gd name="connsiteY0" fmla="*/ 4902201 h 4902201"/>
              <a:gd name="connsiteX1" fmla="*/ 7374467 w 11243733"/>
              <a:gd name="connsiteY1" fmla="*/ 372534 h 4902201"/>
              <a:gd name="connsiteX2" fmla="*/ 7577667 w 11243733"/>
              <a:gd name="connsiteY2" fmla="*/ 4512734 h 4902201"/>
              <a:gd name="connsiteX3" fmla="*/ 11243733 w 11243733"/>
              <a:gd name="connsiteY3" fmla="*/ 0 h 4902201"/>
            </a:gdLst>
            <a:ahLst/>
            <a:cxnLst>
              <a:cxn ang="0">
                <a:pos x="connsiteX0" y="connsiteY0"/>
              </a:cxn>
              <a:cxn ang="0">
                <a:pos x="connsiteX1" y="connsiteY1"/>
              </a:cxn>
              <a:cxn ang="0">
                <a:pos x="connsiteX2" y="connsiteY2"/>
              </a:cxn>
              <a:cxn ang="0">
                <a:pos x="connsiteX3" y="connsiteY3"/>
              </a:cxn>
            </a:cxnLst>
            <a:rect l="l" t="t" r="r" b="b"/>
            <a:pathLst>
              <a:path w="11243733" h="4902201">
                <a:moveTo>
                  <a:pt x="0" y="4902201"/>
                </a:moveTo>
                <a:lnTo>
                  <a:pt x="7374467" y="372534"/>
                </a:lnTo>
                <a:lnTo>
                  <a:pt x="7577667" y="4512734"/>
                </a:lnTo>
                <a:lnTo>
                  <a:pt x="11243733" y="0"/>
                </a:lnTo>
              </a:path>
            </a:pathLst>
          </a:custGeom>
          <a:noFill/>
          <a:ln w="1574800" cap="rnd">
            <a:gradFill flip="none" rotWithShape="1">
              <a:gsLst>
                <a:gs pos="40000">
                  <a:srgbClr val="FFFFFF">
                    <a:alpha val="70000"/>
                  </a:srgbClr>
                </a:gs>
                <a:gs pos="10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Ellipse 11">
            <a:extLst>
              <a:ext uri="{FF2B5EF4-FFF2-40B4-BE49-F238E27FC236}">
                <a16:creationId xmlns:a16="http://schemas.microsoft.com/office/drawing/2014/main" id="{9E46753A-2606-AD77-AF69-B4C9F9CE182D}"/>
              </a:ext>
            </a:extLst>
          </p:cNvPr>
          <p:cNvSpPr/>
          <p:nvPr userDrawn="1"/>
        </p:nvSpPr>
        <p:spPr>
          <a:xfrm>
            <a:off x="10283091" y="426834"/>
            <a:ext cx="1582616" cy="158261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2384873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n 3">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14" name="Forme libre 13">
            <a:extLst>
              <a:ext uri="{FF2B5EF4-FFF2-40B4-BE49-F238E27FC236}">
                <a16:creationId xmlns:a16="http://schemas.microsoft.com/office/drawing/2014/main" id="{251C996B-FDB9-2C95-ED07-3A83B584DDA6}"/>
              </a:ext>
            </a:extLst>
          </p:cNvPr>
          <p:cNvSpPr/>
          <p:nvPr userDrawn="1"/>
        </p:nvSpPr>
        <p:spPr>
          <a:xfrm>
            <a:off x="-313267" y="575733"/>
            <a:ext cx="11082867" cy="5715000"/>
          </a:xfrm>
          <a:custGeom>
            <a:avLst/>
            <a:gdLst>
              <a:gd name="connsiteX0" fmla="*/ 0 w 11082867"/>
              <a:gd name="connsiteY0" fmla="*/ 2785533 h 7103533"/>
              <a:gd name="connsiteX1" fmla="*/ 2413000 w 11082867"/>
              <a:gd name="connsiteY1" fmla="*/ 7103533 h 7103533"/>
              <a:gd name="connsiteX2" fmla="*/ 5147734 w 11082867"/>
              <a:gd name="connsiteY2" fmla="*/ 0 h 7103533"/>
              <a:gd name="connsiteX3" fmla="*/ 8339667 w 11082867"/>
              <a:gd name="connsiteY3" fmla="*/ 7001933 h 7103533"/>
              <a:gd name="connsiteX4" fmla="*/ 11082867 w 11082867"/>
              <a:gd name="connsiteY4" fmla="*/ 1473200 h 7103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867" h="7103533">
                <a:moveTo>
                  <a:pt x="0" y="2785533"/>
                </a:moveTo>
                <a:lnTo>
                  <a:pt x="2413000" y="7103533"/>
                </a:lnTo>
                <a:lnTo>
                  <a:pt x="5147734" y="0"/>
                </a:lnTo>
                <a:lnTo>
                  <a:pt x="8339667" y="7001933"/>
                </a:lnTo>
                <a:lnTo>
                  <a:pt x="11082867" y="1473200"/>
                </a:lnTo>
              </a:path>
            </a:pathLst>
          </a:custGeom>
          <a:noFill/>
          <a:ln w="1574800" cap="rnd">
            <a:gradFill flip="none" rotWithShape="1">
              <a:gsLst>
                <a:gs pos="40000">
                  <a:srgbClr val="FFFFFF">
                    <a:alpha val="70000"/>
                  </a:srgbClr>
                </a:gs>
                <a:gs pos="10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Ellipse 21">
            <a:extLst>
              <a:ext uri="{FF2B5EF4-FFF2-40B4-BE49-F238E27FC236}">
                <a16:creationId xmlns:a16="http://schemas.microsoft.com/office/drawing/2014/main" id="{49733DE7-E6D7-BACB-30A2-54E644EFBF6A}"/>
              </a:ext>
            </a:extLst>
          </p:cNvPr>
          <p:cNvSpPr/>
          <p:nvPr userDrawn="1"/>
        </p:nvSpPr>
        <p:spPr>
          <a:xfrm>
            <a:off x="9978292" y="968701"/>
            <a:ext cx="1582616" cy="158261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295191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hoton 4">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14" name="Forme libre 13">
            <a:extLst>
              <a:ext uri="{FF2B5EF4-FFF2-40B4-BE49-F238E27FC236}">
                <a16:creationId xmlns:a16="http://schemas.microsoft.com/office/drawing/2014/main" id="{251C996B-FDB9-2C95-ED07-3A83B584DDA6}"/>
              </a:ext>
            </a:extLst>
          </p:cNvPr>
          <p:cNvSpPr/>
          <p:nvPr userDrawn="1"/>
        </p:nvSpPr>
        <p:spPr>
          <a:xfrm>
            <a:off x="-91595" y="1532922"/>
            <a:ext cx="10140759" cy="4702393"/>
          </a:xfrm>
          <a:custGeom>
            <a:avLst/>
            <a:gdLst>
              <a:gd name="connsiteX0" fmla="*/ 0 w 11082867"/>
              <a:gd name="connsiteY0" fmla="*/ 2785533 h 7103533"/>
              <a:gd name="connsiteX1" fmla="*/ 2413000 w 11082867"/>
              <a:gd name="connsiteY1" fmla="*/ 7103533 h 7103533"/>
              <a:gd name="connsiteX2" fmla="*/ 5147734 w 11082867"/>
              <a:gd name="connsiteY2" fmla="*/ 0 h 7103533"/>
              <a:gd name="connsiteX3" fmla="*/ 8339667 w 11082867"/>
              <a:gd name="connsiteY3" fmla="*/ 7001933 h 7103533"/>
              <a:gd name="connsiteX4" fmla="*/ 11082867 w 11082867"/>
              <a:gd name="connsiteY4" fmla="*/ 1473200 h 7103533"/>
              <a:gd name="connsiteX0" fmla="*/ 0 w 11082867"/>
              <a:gd name="connsiteY0" fmla="*/ 1312334 h 5630334"/>
              <a:gd name="connsiteX1" fmla="*/ 2413000 w 11082867"/>
              <a:gd name="connsiteY1" fmla="*/ 5630334 h 5630334"/>
              <a:gd name="connsiteX2" fmla="*/ 8339667 w 11082867"/>
              <a:gd name="connsiteY2" fmla="*/ 5528734 h 5630334"/>
              <a:gd name="connsiteX3" fmla="*/ 11082867 w 11082867"/>
              <a:gd name="connsiteY3" fmla="*/ 1 h 5630334"/>
              <a:gd name="connsiteX0" fmla="*/ 0 w 11082867"/>
              <a:gd name="connsiteY0" fmla="*/ 1312333 h 5630333"/>
              <a:gd name="connsiteX1" fmla="*/ 2413000 w 11082867"/>
              <a:gd name="connsiteY1" fmla="*/ 5630333 h 5630333"/>
              <a:gd name="connsiteX2" fmla="*/ 11082867 w 11082867"/>
              <a:gd name="connsiteY2" fmla="*/ 0 h 5630333"/>
              <a:gd name="connsiteX0" fmla="*/ 0 w 11082867"/>
              <a:gd name="connsiteY0" fmla="*/ 1312333 h 5848462"/>
              <a:gd name="connsiteX1" fmla="*/ 3927764 w 11082867"/>
              <a:gd name="connsiteY1" fmla="*/ 5848462 h 5848462"/>
              <a:gd name="connsiteX2" fmla="*/ 11082867 w 11082867"/>
              <a:gd name="connsiteY2" fmla="*/ 0 h 5848462"/>
              <a:gd name="connsiteX0" fmla="*/ 0 w 11082867"/>
              <a:gd name="connsiteY0" fmla="*/ 1312333 h 5722177"/>
              <a:gd name="connsiteX1" fmla="*/ 3844637 w 11082867"/>
              <a:gd name="connsiteY1" fmla="*/ 5722177 h 5722177"/>
              <a:gd name="connsiteX2" fmla="*/ 11082867 w 11082867"/>
              <a:gd name="connsiteY2" fmla="*/ 0 h 5722177"/>
              <a:gd name="connsiteX0" fmla="*/ 0 w 11082867"/>
              <a:gd name="connsiteY0" fmla="*/ 1312333 h 5561451"/>
              <a:gd name="connsiteX1" fmla="*/ 4029365 w 11082867"/>
              <a:gd name="connsiteY1" fmla="*/ 5561451 h 5561451"/>
              <a:gd name="connsiteX2" fmla="*/ 11082867 w 11082867"/>
              <a:gd name="connsiteY2" fmla="*/ 0 h 5561451"/>
              <a:gd name="connsiteX0" fmla="*/ 0 w 10861195"/>
              <a:gd name="connsiteY0" fmla="*/ 0 h 5844901"/>
              <a:gd name="connsiteX1" fmla="*/ 3807693 w 10861195"/>
              <a:gd name="connsiteY1" fmla="*/ 5844901 h 5844901"/>
              <a:gd name="connsiteX2" fmla="*/ 10861195 w 10861195"/>
              <a:gd name="connsiteY2" fmla="*/ 283450 h 5844901"/>
            </a:gdLst>
            <a:ahLst/>
            <a:cxnLst>
              <a:cxn ang="0">
                <a:pos x="connsiteX0" y="connsiteY0"/>
              </a:cxn>
              <a:cxn ang="0">
                <a:pos x="connsiteX1" y="connsiteY1"/>
              </a:cxn>
              <a:cxn ang="0">
                <a:pos x="connsiteX2" y="connsiteY2"/>
              </a:cxn>
            </a:cxnLst>
            <a:rect l="l" t="t" r="r" b="b"/>
            <a:pathLst>
              <a:path w="10861195" h="5844901">
                <a:moveTo>
                  <a:pt x="0" y="0"/>
                </a:moveTo>
                <a:lnTo>
                  <a:pt x="3807693" y="5844901"/>
                </a:lnTo>
                <a:lnTo>
                  <a:pt x="10861195" y="283450"/>
                </a:lnTo>
              </a:path>
            </a:pathLst>
          </a:custGeom>
          <a:noFill/>
          <a:ln w="1574800" cap="rnd">
            <a:gradFill flip="none" rotWithShape="1">
              <a:gsLst>
                <a:gs pos="40000">
                  <a:srgbClr val="FFFFFF">
                    <a:alpha val="70000"/>
                  </a:srgbClr>
                </a:gs>
                <a:gs pos="10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Ellipse 21">
            <a:extLst>
              <a:ext uri="{FF2B5EF4-FFF2-40B4-BE49-F238E27FC236}">
                <a16:creationId xmlns:a16="http://schemas.microsoft.com/office/drawing/2014/main" id="{49733DE7-E6D7-BACB-30A2-54E644EFBF6A}"/>
              </a:ext>
            </a:extLst>
          </p:cNvPr>
          <p:cNvSpPr/>
          <p:nvPr userDrawn="1"/>
        </p:nvSpPr>
        <p:spPr>
          <a:xfrm>
            <a:off x="9267092" y="968701"/>
            <a:ext cx="1582616" cy="158261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1609914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ton 5">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6" name="Forme libre 5">
            <a:extLst>
              <a:ext uri="{FF2B5EF4-FFF2-40B4-BE49-F238E27FC236}">
                <a16:creationId xmlns:a16="http://schemas.microsoft.com/office/drawing/2014/main" id="{C9506B7C-43C3-688C-6D76-57582A925DF4}"/>
              </a:ext>
            </a:extLst>
          </p:cNvPr>
          <p:cNvSpPr/>
          <p:nvPr userDrawn="1"/>
        </p:nvSpPr>
        <p:spPr>
          <a:xfrm>
            <a:off x="100794" y="980302"/>
            <a:ext cx="8767924" cy="5132174"/>
          </a:xfrm>
          <a:custGeom>
            <a:avLst/>
            <a:gdLst>
              <a:gd name="connsiteX0" fmla="*/ 0 w 11936627"/>
              <a:gd name="connsiteY0" fmla="*/ 955589 h 7331676"/>
              <a:gd name="connsiteX1" fmla="*/ 2133600 w 11936627"/>
              <a:gd name="connsiteY1" fmla="*/ 3649362 h 7331676"/>
              <a:gd name="connsiteX2" fmla="*/ 5288692 w 11936627"/>
              <a:gd name="connsiteY2" fmla="*/ 0 h 7331676"/>
              <a:gd name="connsiteX3" fmla="*/ 6087762 w 11936627"/>
              <a:gd name="connsiteY3" fmla="*/ 7331676 h 7331676"/>
              <a:gd name="connsiteX4" fmla="*/ 11936627 w 11936627"/>
              <a:gd name="connsiteY4" fmla="*/ 815546 h 7331676"/>
              <a:gd name="connsiteX0" fmla="*/ 27376 w 11964003"/>
              <a:gd name="connsiteY0" fmla="*/ 955589 h 7331676"/>
              <a:gd name="connsiteX1" fmla="*/ 0 w 11964003"/>
              <a:gd name="connsiteY1" fmla="*/ 933950 h 7331676"/>
              <a:gd name="connsiteX2" fmla="*/ 2160976 w 11964003"/>
              <a:gd name="connsiteY2" fmla="*/ 3649362 h 7331676"/>
              <a:gd name="connsiteX3" fmla="*/ 5316068 w 11964003"/>
              <a:gd name="connsiteY3" fmla="*/ 0 h 7331676"/>
              <a:gd name="connsiteX4" fmla="*/ 6115138 w 11964003"/>
              <a:gd name="connsiteY4" fmla="*/ 7331676 h 7331676"/>
              <a:gd name="connsiteX5" fmla="*/ 11964003 w 11964003"/>
              <a:gd name="connsiteY5" fmla="*/ 815546 h 7331676"/>
              <a:gd name="connsiteX0" fmla="*/ 0 w 11936627"/>
              <a:gd name="connsiteY0" fmla="*/ 955589 h 7331676"/>
              <a:gd name="connsiteX1" fmla="*/ 2133600 w 11936627"/>
              <a:gd name="connsiteY1" fmla="*/ 3649362 h 7331676"/>
              <a:gd name="connsiteX2" fmla="*/ 5288692 w 11936627"/>
              <a:gd name="connsiteY2" fmla="*/ 0 h 7331676"/>
              <a:gd name="connsiteX3" fmla="*/ 6087762 w 11936627"/>
              <a:gd name="connsiteY3" fmla="*/ 7331676 h 7331676"/>
              <a:gd name="connsiteX4" fmla="*/ 11936627 w 11936627"/>
              <a:gd name="connsiteY4" fmla="*/ 815546 h 7331676"/>
              <a:gd name="connsiteX0" fmla="*/ 0 w 9803027"/>
              <a:gd name="connsiteY0" fmla="*/ 3649362 h 7331676"/>
              <a:gd name="connsiteX1" fmla="*/ 3155092 w 9803027"/>
              <a:gd name="connsiteY1" fmla="*/ 0 h 7331676"/>
              <a:gd name="connsiteX2" fmla="*/ 3954162 w 9803027"/>
              <a:gd name="connsiteY2" fmla="*/ 7331676 h 7331676"/>
              <a:gd name="connsiteX3" fmla="*/ 9803027 w 9803027"/>
              <a:gd name="connsiteY3" fmla="*/ 815546 h 7331676"/>
            </a:gdLst>
            <a:ahLst/>
            <a:cxnLst>
              <a:cxn ang="0">
                <a:pos x="connsiteX0" y="connsiteY0"/>
              </a:cxn>
              <a:cxn ang="0">
                <a:pos x="connsiteX1" y="connsiteY1"/>
              </a:cxn>
              <a:cxn ang="0">
                <a:pos x="connsiteX2" y="connsiteY2"/>
              </a:cxn>
              <a:cxn ang="0">
                <a:pos x="connsiteX3" y="connsiteY3"/>
              </a:cxn>
            </a:cxnLst>
            <a:rect l="l" t="t" r="r" b="b"/>
            <a:pathLst>
              <a:path w="9803027" h="7331676">
                <a:moveTo>
                  <a:pt x="0" y="3649362"/>
                </a:moveTo>
                <a:lnTo>
                  <a:pt x="3155092" y="0"/>
                </a:lnTo>
                <a:lnTo>
                  <a:pt x="3954162" y="7331676"/>
                </a:lnTo>
                <a:lnTo>
                  <a:pt x="9803027" y="815546"/>
                </a:lnTo>
              </a:path>
            </a:pathLst>
          </a:custGeom>
          <a:noFill/>
          <a:ln w="2159000" cap="rnd">
            <a:gradFill flip="none" rotWithShape="1">
              <a:gsLst>
                <a:gs pos="45000">
                  <a:srgbClr val="FFFFFF">
                    <a:alpha val="70000"/>
                  </a:srgbClr>
                </a:gs>
                <a:gs pos="15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a:p>
            <a:pPr algn="ctr"/>
            <a:endParaRPr lang="en-GB" dirty="0"/>
          </a:p>
        </p:txBody>
      </p:sp>
      <p:sp>
        <p:nvSpPr>
          <p:cNvPr id="12" name="Ellipse 11">
            <a:extLst>
              <a:ext uri="{FF2B5EF4-FFF2-40B4-BE49-F238E27FC236}">
                <a16:creationId xmlns:a16="http://schemas.microsoft.com/office/drawing/2014/main" id="{D68DCBCA-BAE2-0491-948B-5E616677CFEC}"/>
              </a:ext>
            </a:extLst>
          </p:cNvPr>
          <p:cNvSpPr/>
          <p:nvPr userDrawn="1"/>
        </p:nvSpPr>
        <p:spPr>
          <a:xfrm>
            <a:off x="7799351" y="465895"/>
            <a:ext cx="2155208" cy="215520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140013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ton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
            <a:extLst>
              <a:ext uri="{FF2B5EF4-FFF2-40B4-BE49-F238E27FC236}">
                <a16:creationId xmlns:a16="http://schemas.microsoft.com/office/drawing/2014/main" id="{D1515B23-05AD-BD72-A6CB-86312054219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1315"/>
          <a:stretch/>
        </p:blipFill>
        <p:spPr>
          <a:xfrm flipH="1">
            <a:off x="8673714" y="603804"/>
            <a:ext cx="3518286" cy="5650389"/>
          </a:xfrm>
          <a:prstGeom prst="rect">
            <a:avLst/>
          </a:prstGeom>
        </p:spPr>
      </p:pic>
      <p:pic>
        <p:nvPicPr>
          <p:cNvPr id="9" name="Graphic 4">
            <a:extLst>
              <a:ext uri="{FF2B5EF4-FFF2-40B4-BE49-F238E27FC236}">
                <a16:creationId xmlns:a16="http://schemas.microsoft.com/office/drawing/2014/main" id="{CE5D08AA-CF81-11DD-6955-1B84B2FAF3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475" r="49840"/>
          <a:stretch/>
        </p:blipFill>
        <p:spPr>
          <a:xfrm flipH="1">
            <a:off x="0" y="124802"/>
            <a:ext cx="4114800" cy="6608395"/>
          </a:xfrm>
          <a:prstGeom prst="rect">
            <a:avLst/>
          </a:prstGeom>
        </p:spPr>
      </p:pic>
      <p:pic>
        <p:nvPicPr>
          <p:cNvPr id="10" name="Graphic 5">
            <a:extLst>
              <a:ext uri="{FF2B5EF4-FFF2-40B4-BE49-F238E27FC236}">
                <a16:creationId xmlns:a16="http://schemas.microsoft.com/office/drawing/2014/main" id="{000C652D-A8CF-A158-A518-3C9EC2FC9A2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660453" y="1869314"/>
            <a:ext cx="4871094" cy="3119368"/>
          </a:xfrm>
          <a:prstGeom prst="rect">
            <a:avLst/>
          </a:prstGeom>
        </p:spPr>
      </p:pic>
    </p:spTree>
    <p:extLst>
      <p:ext uri="{BB962C8B-B14F-4D97-AF65-F5344CB8AC3E}">
        <p14:creationId xmlns:p14="http://schemas.microsoft.com/office/powerpoint/2010/main" val="19035883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hoton 7">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6" name="Forme libre 5">
            <a:extLst>
              <a:ext uri="{FF2B5EF4-FFF2-40B4-BE49-F238E27FC236}">
                <a16:creationId xmlns:a16="http://schemas.microsoft.com/office/drawing/2014/main" id="{286DA4F6-6C0E-9432-504E-148CB45DE3FA}"/>
              </a:ext>
            </a:extLst>
          </p:cNvPr>
          <p:cNvSpPr/>
          <p:nvPr userDrawn="1"/>
        </p:nvSpPr>
        <p:spPr>
          <a:xfrm>
            <a:off x="1905000" y="1314204"/>
            <a:ext cx="8627533" cy="6248400"/>
          </a:xfrm>
          <a:custGeom>
            <a:avLst/>
            <a:gdLst>
              <a:gd name="connsiteX0" fmla="*/ 1972733 w 8627533"/>
              <a:gd name="connsiteY0" fmla="*/ 5765800 h 5765800"/>
              <a:gd name="connsiteX1" fmla="*/ 8382000 w 8627533"/>
              <a:gd name="connsiteY1" fmla="*/ 3522133 h 5765800"/>
              <a:gd name="connsiteX2" fmla="*/ 0 w 8627533"/>
              <a:gd name="connsiteY2" fmla="*/ 1422400 h 5765800"/>
              <a:gd name="connsiteX3" fmla="*/ 8627533 w 8627533"/>
              <a:gd name="connsiteY3" fmla="*/ 0 h 5765800"/>
              <a:gd name="connsiteX0" fmla="*/ 364066 w 8627533"/>
              <a:gd name="connsiteY0" fmla="*/ 6273800 h 6273800"/>
              <a:gd name="connsiteX1" fmla="*/ 8382000 w 8627533"/>
              <a:gd name="connsiteY1" fmla="*/ 3522133 h 6273800"/>
              <a:gd name="connsiteX2" fmla="*/ 0 w 8627533"/>
              <a:gd name="connsiteY2" fmla="*/ 1422400 h 6273800"/>
              <a:gd name="connsiteX3" fmla="*/ 8627533 w 8627533"/>
              <a:gd name="connsiteY3" fmla="*/ 0 h 6273800"/>
              <a:gd name="connsiteX0" fmla="*/ 482600 w 8627533"/>
              <a:gd name="connsiteY0" fmla="*/ 6248400 h 6248400"/>
              <a:gd name="connsiteX1" fmla="*/ 8382000 w 8627533"/>
              <a:gd name="connsiteY1" fmla="*/ 3522133 h 6248400"/>
              <a:gd name="connsiteX2" fmla="*/ 0 w 8627533"/>
              <a:gd name="connsiteY2" fmla="*/ 1422400 h 6248400"/>
              <a:gd name="connsiteX3" fmla="*/ 8627533 w 8627533"/>
              <a:gd name="connsiteY3" fmla="*/ 0 h 6248400"/>
            </a:gdLst>
            <a:ahLst/>
            <a:cxnLst>
              <a:cxn ang="0">
                <a:pos x="connsiteX0" y="connsiteY0"/>
              </a:cxn>
              <a:cxn ang="0">
                <a:pos x="connsiteX1" y="connsiteY1"/>
              </a:cxn>
              <a:cxn ang="0">
                <a:pos x="connsiteX2" y="connsiteY2"/>
              </a:cxn>
              <a:cxn ang="0">
                <a:pos x="connsiteX3" y="connsiteY3"/>
              </a:cxn>
            </a:cxnLst>
            <a:rect l="l" t="t" r="r" b="b"/>
            <a:pathLst>
              <a:path w="8627533" h="6248400">
                <a:moveTo>
                  <a:pt x="482600" y="6248400"/>
                </a:moveTo>
                <a:lnTo>
                  <a:pt x="8382000" y="3522133"/>
                </a:lnTo>
                <a:lnTo>
                  <a:pt x="0" y="1422400"/>
                </a:lnTo>
                <a:lnTo>
                  <a:pt x="8627533" y="0"/>
                </a:lnTo>
              </a:path>
            </a:pathLst>
          </a:custGeom>
          <a:noFill/>
          <a:ln w="2159000" cap="rnd">
            <a:gradFill flip="none" rotWithShape="1">
              <a:gsLst>
                <a:gs pos="51000">
                  <a:srgbClr val="FFFFFF">
                    <a:alpha val="70000"/>
                  </a:srgbClr>
                </a:gs>
                <a:gs pos="19000">
                  <a:schemeClr val="bg1">
                    <a:alpha val="0"/>
                  </a:schemeClr>
                </a:gs>
                <a:gs pos="100000">
                  <a:schemeClr val="bg1"/>
                </a:gs>
              </a:gsLst>
              <a:lin ang="162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Ellipse 11">
            <a:extLst>
              <a:ext uri="{FF2B5EF4-FFF2-40B4-BE49-F238E27FC236}">
                <a16:creationId xmlns:a16="http://schemas.microsoft.com/office/drawing/2014/main" id="{17111CEF-D75C-B6CC-7A63-C2CF147EA717}"/>
              </a:ext>
            </a:extLst>
          </p:cNvPr>
          <p:cNvSpPr/>
          <p:nvPr userDrawn="1"/>
        </p:nvSpPr>
        <p:spPr>
          <a:xfrm>
            <a:off x="9460879" y="236601"/>
            <a:ext cx="2155208" cy="215520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791926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nd jaun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Tree>
    <p:extLst>
      <p:ext uri="{BB962C8B-B14F-4D97-AF65-F5344CB8AC3E}">
        <p14:creationId xmlns:p14="http://schemas.microsoft.com/office/powerpoint/2010/main" val="25890919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pic>
        <p:nvPicPr>
          <p:cNvPr id="20" name="Graphic 2">
            <a:extLst>
              <a:ext uri="{FF2B5EF4-FFF2-40B4-BE49-F238E27FC236}">
                <a16:creationId xmlns:a16="http://schemas.microsoft.com/office/drawing/2014/main" id="{0A327313-4254-59DA-54BD-807EA904B517}"/>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0" y="6442845"/>
            <a:ext cx="1377298" cy="259867"/>
          </a:xfrm>
          <a:prstGeom prst="rect">
            <a:avLst/>
          </a:prstGeom>
        </p:spPr>
      </p:pic>
    </p:spTree>
    <p:extLst>
      <p:ext uri="{BB962C8B-B14F-4D97-AF65-F5344CB8AC3E}">
        <p14:creationId xmlns:p14="http://schemas.microsoft.com/office/powerpoint/2010/main" val="5585832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Photo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6A6D17-4DE1-753B-3702-44377CD01722}"/>
              </a:ext>
            </a:extLst>
          </p:cNvPr>
          <p:cNvSpPr>
            <a:spLocks noGrp="1" noRot="1" noMove="1" noResize="1" noEditPoints="1" noAdjustHandles="1" noChangeArrowheads="1" noChangeShapeType="1"/>
          </p:cNvSpPr>
          <p:nvPr userDrawn="1"/>
        </p:nvSpPr>
        <p:spPr>
          <a:xfrm>
            <a:off x="6096001" y="0"/>
            <a:ext cx="6096000"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space réservé pour une image  12">
            <a:extLst>
              <a:ext uri="{FF2B5EF4-FFF2-40B4-BE49-F238E27FC236}">
                <a16:creationId xmlns:a16="http://schemas.microsoft.com/office/drawing/2014/main" id="{560D497E-7F96-B2E7-5E63-F541538B96EB}"/>
              </a:ext>
            </a:extLst>
          </p:cNvPr>
          <p:cNvSpPr>
            <a:spLocks noGrp="1"/>
          </p:cNvSpPr>
          <p:nvPr>
            <p:ph type="pic" sz="quarter" idx="13"/>
          </p:nvPr>
        </p:nvSpPr>
        <p:spPr>
          <a:xfrm>
            <a:off x="6617025" y="1031598"/>
            <a:ext cx="5053952" cy="4886254"/>
          </a:xfrm>
          <a:prstGeom prst="ellipse">
            <a:avLst/>
          </a:prstGeom>
          <a:solidFill>
            <a:schemeClr val="bg1">
              <a:lumMod val="75000"/>
            </a:schemeClr>
          </a:solidFill>
        </p:spPr>
        <p:txBody>
          <a:bodyPr anchor="ctr" anchorCtr="0">
            <a:normAutofit/>
          </a:bodyPr>
          <a:lstStyle>
            <a:lvl1pPr algn="ctr">
              <a:defRPr sz="2400">
                <a:solidFill>
                  <a:schemeClr val="bg1"/>
                </a:solidFill>
              </a:defRPr>
            </a:lvl1pPr>
          </a:lstStyle>
          <a:p>
            <a:endParaRPr lang="en-GB"/>
          </a:p>
        </p:txBody>
      </p:sp>
      <p:sp>
        <p:nvSpPr>
          <p:cNvPr id="3" name="Espace réservé de la date 2">
            <a:extLst>
              <a:ext uri="{FF2B5EF4-FFF2-40B4-BE49-F238E27FC236}">
                <a16:creationId xmlns:a16="http://schemas.microsoft.com/office/drawing/2014/main" id="{8D83C650-7E5E-6073-E529-6C3D6F9ED0E8}"/>
              </a:ext>
            </a:extLst>
          </p:cNvPr>
          <p:cNvSpPr>
            <a:spLocks noGrp="1"/>
          </p:cNvSpPr>
          <p:nvPr>
            <p:ph type="dt" sz="half" idx="10"/>
          </p:nvPr>
        </p:nvSpPr>
        <p:spPr>
          <a:xfrm>
            <a:off x="410308" y="6356350"/>
            <a:ext cx="2743200" cy="365125"/>
          </a:xfrm>
          <a:prstGeom prst="rect">
            <a:avLst/>
          </a:prstGeom>
        </p:spPr>
        <p:txBody>
          <a:bodyPr/>
          <a:lstStyle/>
          <a:p>
            <a:fld id="{EA153C34-6891-D744-AEBF-4B1687B7573D}" type="datetime1">
              <a:rPr lang="fr-FR" smtClean="0"/>
              <a:t>30/03/2026</a:t>
            </a:fld>
            <a:endParaRPr lang="en-US"/>
          </a:p>
        </p:txBody>
      </p:sp>
      <p:sp>
        <p:nvSpPr>
          <p:cNvPr id="4" name="Espace réservé du pied de page 3">
            <a:extLst>
              <a:ext uri="{FF2B5EF4-FFF2-40B4-BE49-F238E27FC236}">
                <a16:creationId xmlns:a16="http://schemas.microsoft.com/office/drawing/2014/main" id="{21B4B623-07C6-D02F-E2DF-450B2EA176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cxnSp>
        <p:nvCxnSpPr>
          <p:cNvPr id="11" name="Connecteur droit 10">
            <a:extLst>
              <a:ext uri="{FF2B5EF4-FFF2-40B4-BE49-F238E27FC236}">
                <a16:creationId xmlns:a16="http://schemas.microsoft.com/office/drawing/2014/main" id="{6FC0A4B1-8D53-8626-9756-EBB362AE10DA}"/>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itre 23">
            <a:extLst>
              <a:ext uri="{FF2B5EF4-FFF2-40B4-BE49-F238E27FC236}">
                <a16:creationId xmlns:a16="http://schemas.microsoft.com/office/drawing/2014/main" id="{1C0A9E41-08C1-3D3F-D53B-EA7ED87913DE}"/>
              </a:ext>
            </a:extLst>
          </p:cNvPr>
          <p:cNvSpPr>
            <a:spLocks noGrp="1"/>
          </p:cNvSpPr>
          <p:nvPr>
            <p:ph type="title"/>
          </p:nvPr>
        </p:nvSpPr>
        <p:spPr>
          <a:solidFill>
            <a:schemeClr val="accent6"/>
          </a:solidFill>
        </p:spPr>
        <p:txBody>
          <a:bodyPr/>
          <a:lstStyle/>
          <a:p>
            <a:r>
              <a:rPr lang="fr-FR"/>
              <a:t>Modifiez le style du titre</a:t>
            </a:r>
            <a:endParaRPr lang="en-GB"/>
          </a:p>
        </p:txBody>
      </p:sp>
      <p:sp>
        <p:nvSpPr>
          <p:cNvPr id="2" name="Espace réservé du numéro de diapositive 5">
            <a:extLst>
              <a:ext uri="{FF2B5EF4-FFF2-40B4-BE49-F238E27FC236}">
                <a16:creationId xmlns:a16="http://schemas.microsoft.com/office/drawing/2014/main" id="{6E444C87-0881-6114-87F2-A4B5C642E64A}"/>
              </a:ext>
            </a:extLst>
          </p:cNvPr>
          <p:cNvSpPr>
            <a:spLocks noGrp="1"/>
          </p:cNvSpPr>
          <p:nvPr>
            <p:ph type="sldNum" sz="quarter" idx="4"/>
          </p:nvPr>
        </p:nvSpPr>
        <p:spPr>
          <a:xfrm>
            <a:off x="11738338" y="6374058"/>
            <a:ext cx="445191" cy="365125"/>
          </a:xfrm>
          <a:prstGeom prst="rect">
            <a:avLst/>
          </a:prstGeom>
        </p:spPr>
        <p:txBody>
          <a:bodyPr vert="horz" lIns="91440" tIns="45720" rIns="91440" bIns="45720" rtlCol="0" anchor="ctr"/>
          <a:lstStyle>
            <a:lvl1pPr algn="l">
              <a:defRPr sz="1050">
                <a:solidFill>
                  <a:schemeClr val="tx1"/>
                </a:solidFill>
                <a:latin typeface="+mj-lt"/>
              </a:defRPr>
            </a:lvl1pPr>
          </a:lstStyle>
          <a:p>
            <a:fld id="{BD8650C1-FE00-47B0-973D-77306D8B837F}" type="slidenum">
              <a:rPr lang="en-US" smtClean="0"/>
              <a:pPr/>
              <a:t>‹N°›</a:t>
            </a:fld>
            <a:endParaRPr lang="en-US"/>
          </a:p>
        </p:txBody>
      </p:sp>
    </p:spTree>
    <p:extLst>
      <p:ext uri="{BB962C8B-B14F-4D97-AF65-F5344CB8AC3E}">
        <p14:creationId xmlns:p14="http://schemas.microsoft.com/office/powerpoint/2010/main" val="13901871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V1">
    <p:bg>
      <p:bgPr>
        <a:solidFill>
          <a:schemeClr val="bg2"/>
        </a:solidFill>
        <a:effectLst/>
      </p:bgPr>
    </p:bg>
    <p:spTree>
      <p:nvGrpSpPr>
        <p:cNvPr id="1" name=""/>
        <p:cNvGrpSpPr/>
        <p:nvPr/>
      </p:nvGrpSpPr>
      <p:grpSpPr>
        <a:xfrm>
          <a:off x="0" y="0"/>
          <a:ext cx="0" cy="0"/>
          <a:chOff x="0" y="0"/>
          <a:chExt cx="0" cy="0"/>
        </a:xfrm>
      </p:grpSpPr>
      <p:sp>
        <p:nvSpPr>
          <p:cNvPr id="44" name="Text Placeholder 8">
            <a:extLst>
              <a:ext uri="{FF2B5EF4-FFF2-40B4-BE49-F238E27FC236}">
                <a16:creationId xmlns:a16="http://schemas.microsoft.com/office/drawing/2014/main" id="{F4C9D0A1-EF24-3FBE-FC29-BA8CD5426A6B}"/>
              </a:ext>
            </a:extLst>
          </p:cNvPr>
          <p:cNvSpPr>
            <a:spLocks noGrp="1"/>
          </p:cNvSpPr>
          <p:nvPr>
            <p:ph type="body" sz="quarter" idx="13" hasCustomPrompt="1"/>
          </p:nvPr>
        </p:nvSpPr>
        <p:spPr>
          <a:xfrm>
            <a:off x="7674820" y="1238969"/>
            <a:ext cx="1001493" cy="1046320"/>
          </a:xfrm>
          <a:prstGeom prst="rect">
            <a:avLst/>
          </a:prstGeom>
          <a:blipFill>
            <a:blip r:embed="rId2"/>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5" name="Text Placeholder 8">
            <a:extLst>
              <a:ext uri="{FF2B5EF4-FFF2-40B4-BE49-F238E27FC236}">
                <a16:creationId xmlns:a16="http://schemas.microsoft.com/office/drawing/2014/main" id="{0A615DD1-73E0-B6BC-67A4-AA875A6B90C3}"/>
              </a:ext>
            </a:extLst>
          </p:cNvPr>
          <p:cNvSpPr>
            <a:spLocks noGrp="1"/>
          </p:cNvSpPr>
          <p:nvPr>
            <p:ph type="body" sz="quarter" idx="14" hasCustomPrompt="1"/>
          </p:nvPr>
        </p:nvSpPr>
        <p:spPr>
          <a:xfrm>
            <a:off x="7674820" y="2904004"/>
            <a:ext cx="1001493" cy="1046320"/>
          </a:xfrm>
          <a:prstGeom prst="rect">
            <a:avLst/>
          </a:prstGeom>
          <a:blipFill>
            <a:blip r:embed="rId3"/>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6" name="Text Placeholder 8">
            <a:extLst>
              <a:ext uri="{FF2B5EF4-FFF2-40B4-BE49-F238E27FC236}">
                <a16:creationId xmlns:a16="http://schemas.microsoft.com/office/drawing/2014/main" id="{1186C02E-58E3-8616-23CB-D39DE09DCB9A}"/>
              </a:ext>
            </a:extLst>
          </p:cNvPr>
          <p:cNvSpPr>
            <a:spLocks noGrp="1"/>
          </p:cNvSpPr>
          <p:nvPr>
            <p:ph type="body" sz="quarter" idx="15" hasCustomPrompt="1"/>
          </p:nvPr>
        </p:nvSpPr>
        <p:spPr>
          <a:xfrm>
            <a:off x="7674820" y="4558997"/>
            <a:ext cx="1001493" cy="1046320"/>
          </a:xfrm>
          <a:prstGeom prst="rect">
            <a:avLst/>
          </a:prstGeom>
          <a:blipFill>
            <a:blip r:embed="rId4"/>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2" name="Text Placeholder 8">
            <a:extLst>
              <a:ext uri="{FF2B5EF4-FFF2-40B4-BE49-F238E27FC236}">
                <a16:creationId xmlns:a16="http://schemas.microsoft.com/office/drawing/2014/main" id="{3919B9B1-56BE-0513-1314-223739149F4F}"/>
              </a:ext>
            </a:extLst>
          </p:cNvPr>
          <p:cNvSpPr>
            <a:spLocks noGrp="1"/>
          </p:cNvSpPr>
          <p:nvPr>
            <p:ph type="body" sz="quarter" idx="11" hasCustomPrompt="1"/>
          </p:nvPr>
        </p:nvSpPr>
        <p:spPr>
          <a:xfrm>
            <a:off x="3604020" y="2902262"/>
            <a:ext cx="1004829" cy="1049805"/>
          </a:xfrm>
          <a:prstGeom prst="rect">
            <a:avLst/>
          </a:prstGeom>
          <a:blipFill>
            <a:blip r:embed="rId5"/>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0" name="Text Placeholder 8">
            <a:extLst>
              <a:ext uri="{FF2B5EF4-FFF2-40B4-BE49-F238E27FC236}">
                <a16:creationId xmlns:a16="http://schemas.microsoft.com/office/drawing/2014/main" id="{746B07E0-6EFC-930F-4E18-6529D56BC3CD}"/>
              </a:ext>
            </a:extLst>
          </p:cNvPr>
          <p:cNvSpPr>
            <a:spLocks noGrp="1"/>
          </p:cNvSpPr>
          <p:nvPr>
            <p:ph type="body" sz="quarter" idx="10" hasCustomPrompt="1"/>
          </p:nvPr>
        </p:nvSpPr>
        <p:spPr>
          <a:xfrm>
            <a:off x="3605688" y="1238969"/>
            <a:ext cx="1001493" cy="1046320"/>
          </a:xfrm>
          <a:prstGeom prst="rect">
            <a:avLst/>
          </a:prstGeom>
          <a:blipFill>
            <a:blip r:embed="rId6"/>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3" name="Text Placeholder 8">
            <a:extLst>
              <a:ext uri="{FF2B5EF4-FFF2-40B4-BE49-F238E27FC236}">
                <a16:creationId xmlns:a16="http://schemas.microsoft.com/office/drawing/2014/main" id="{8BF18847-4CD7-F9AA-6A74-713199C3FB63}"/>
              </a:ext>
            </a:extLst>
          </p:cNvPr>
          <p:cNvSpPr>
            <a:spLocks noGrp="1"/>
          </p:cNvSpPr>
          <p:nvPr>
            <p:ph type="body" sz="quarter" idx="12" hasCustomPrompt="1"/>
          </p:nvPr>
        </p:nvSpPr>
        <p:spPr>
          <a:xfrm>
            <a:off x="3605692" y="4559003"/>
            <a:ext cx="1001485" cy="1046309"/>
          </a:xfrm>
          <a:prstGeom prst="rect">
            <a:avLst/>
          </a:prstGeom>
          <a:blipFill>
            <a:blip r:embed="rId7"/>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7" name="Text Placeholder 8">
            <a:extLst>
              <a:ext uri="{FF2B5EF4-FFF2-40B4-BE49-F238E27FC236}">
                <a16:creationId xmlns:a16="http://schemas.microsoft.com/office/drawing/2014/main" id="{01AB0060-9DCB-290A-75C7-EBAC80C77516}"/>
              </a:ext>
            </a:extLst>
          </p:cNvPr>
          <p:cNvSpPr>
            <a:spLocks noGrp="1"/>
          </p:cNvSpPr>
          <p:nvPr userDrawn="1">
            <p:ph type="body" sz="quarter" idx="16" hasCustomPrompt="1"/>
          </p:nvPr>
        </p:nvSpPr>
        <p:spPr>
          <a:xfrm>
            <a:off x="4841056" y="1460751"/>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48" name="Text Placeholder 8">
            <a:extLst>
              <a:ext uri="{FF2B5EF4-FFF2-40B4-BE49-F238E27FC236}">
                <a16:creationId xmlns:a16="http://schemas.microsoft.com/office/drawing/2014/main" id="{B1511599-141B-B446-4F55-6ADB2AF33F58}"/>
              </a:ext>
            </a:extLst>
          </p:cNvPr>
          <p:cNvSpPr>
            <a:spLocks noGrp="1"/>
          </p:cNvSpPr>
          <p:nvPr userDrawn="1">
            <p:ph type="body" sz="quarter" idx="17" hasCustomPrompt="1"/>
          </p:nvPr>
        </p:nvSpPr>
        <p:spPr>
          <a:xfrm>
            <a:off x="4841056" y="1860216"/>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49" name="Text Placeholder 8">
            <a:extLst>
              <a:ext uri="{FF2B5EF4-FFF2-40B4-BE49-F238E27FC236}">
                <a16:creationId xmlns:a16="http://schemas.microsoft.com/office/drawing/2014/main" id="{6E1FA249-C8F0-3EF3-49DC-E6A91C63C3C3}"/>
              </a:ext>
            </a:extLst>
          </p:cNvPr>
          <p:cNvSpPr>
            <a:spLocks noGrp="1"/>
          </p:cNvSpPr>
          <p:nvPr userDrawn="1">
            <p:ph type="body" sz="quarter" idx="18" hasCustomPrompt="1"/>
          </p:nvPr>
        </p:nvSpPr>
        <p:spPr>
          <a:xfrm>
            <a:off x="4841056" y="3125786"/>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53" name="Text Placeholder 8">
            <a:extLst>
              <a:ext uri="{FF2B5EF4-FFF2-40B4-BE49-F238E27FC236}">
                <a16:creationId xmlns:a16="http://schemas.microsoft.com/office/drawing/2014/main" id="{C05A79F6-5716-6E08-F0BF-C815F54AA2D6}"/>
              </a:ext>
            </a:extLst>
          </p:cNvPr>
          <p:cNvSpPr>
            <a:spLocks noGrp="1"/>
          </p:cNvSpPr>
          <p:nvPr>
            <p:ph type="body" sz="quarter" idx="21" hasCustomPrompt="1"/>
          </p:nvPr>
        </p:nvSpPr>
        <p:spPr>
          <a:xfrm>
            <a:off x="4841056" y="3525251"/>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50" name="Text Placeholder 8">
            <a:extLst>
              <a:ext uri="{FF2B5EF4-FFF2-40B4-BE49-F238E27FC236}">
                <a16:creationId xmlns:a16="http://schemas.microsoft.com/office/drawing/2014/main" id="{465FF38A-119D-C96A-2BB3-9A55FF48ADEF}"/>
              </a:ext>
            </a:extLst>
          </p:cNvPr>
          <p:cNvSpPr>
            <a:spLocks noGrp="1"/>
          </p:cNvSpPr>
          <p:nvPr>
            <p:ph type="body" sz="quarter" idx="19" hasCustomPrompt="1"/>
          </p:nvPr>
        </p:nvSpPr>
        <p:spPr>
          <a:xfrm>
            <a:off x="4841056" y="4780785"/>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52" name="Text Placeholder 8">
            <a:extLst>
              <a:ext uri="{FF2B5EF4-FFF2-40B4-BE49-F238E27FC236}">
                <a16:creationId xmlns:a16="http://schemas.microsoft.com/office/drawing/2014/main" id="{E6C7B249-1B83-1BC2-2AD9-ECCDB7E03416}"/>
              </a:ext>
            </a:extLst>
          </p:cNvPr>
          <p:cNvSpPr>
            <a:spLocks noGrp="1"/>
          </p:cNvSpPr>
          <p:nvPr>
            <p:ph type="body" sz="quarter" idx="20" hasCustomPrompt="1"/>
          </p:nvPr>
        </p:nvSpPr>
        <p:spPr>
          <a:xfrm>
            <a:off x="4841056" y="5180249"/>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55" name="Text Placeholder 8">
            <a:extLst>
              <a:ext uri="{FF2B5EF4-FFF2-40B4-BE49-F238E27FC236}">
                <a16:creationId xmlns:a16="http://schemas.microsoft.com/office/drawing/2014/main" id="{64E8EE98-F2D1-36AF-1B8D-461032AA2AA0}"/>
              </a:ext>
            </a:extLst>
          </p:cNvPr>
          <p:cNvSpPr>
            <a:spLocks noGrp="1"/>
          </p:cNvSpPr>
          <p:nvPr>
            <p:ph type="body" sz="quarter" idx="22" hasCustomPrompt="1"/>
          </p:nvPr>
        </p:nvSpPr>
        <p:spPr>
          <a:xfrm>
            <a:off x="8910186" y="1460751"/>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56" name="Text Placeholder 8">
            <a:extLst>
              <a:ext uri="{FF2B5EF4-FFF2-40B4-BE49-F238E27FC236}">
                <a16:creationId xmlns:a16="http://schemas.microsoft.com/office/drawing/2014/main" id="{A2A1342C-1E84-0A7A-9DE0-AA35F87EE8B0}"/>
              </a:ext>
            </a:extLst>
          </p:cNvPr>
          <p:cNvSpPr>
            <a:spLocks noGrp="1"/>
          </p:cNvSpPr>
          <p:nvPr>
            <p:ph type="body" sz="quarter" idx="23" hasCustomPrompt="1"/>
          </p:nvPr>
        </p:nvSpPr>
        <p:spPr>
          <a:xfrm>
            <a:off x="8910186" y="1860216"/>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57" name="Text Placeholder 8">
            <a:extLst>
              <a:ext uri="{FF2B5EF4-FFF2-40B4-BE49-F238E27FC236}">
                <a16:creationId xmlns:a16="http://schemas.microsoft.com/office/drawing/2014/main" id="{86F73377-E5C7-C272-F1D9-A8EAE647DD91}"/>
              </a:ext>
            </a:extLst>
          </p:cNvPr>
          <p:cNvSpPr>
            <a:spLocks noGrp="1"/>
          </p:cNvSpPr>
          <p:nvPr>
            <p:ph type="body" sz="quarter" idx="24" hasCustomPrompt="1"/>
          </p:nvPr>
        </p:nvSpPr>
        <p:spPr>
          <a:xfrm>
            <a:off x="8910186" y="3125786"/>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58" name="Text Placeholder 8">
            <a:extLst>
              <a:ext uri="{FF2B5EF4-FFF2-40B4-BE49-F238E27FC236}">
                <a16:creationId xmlns:a16="http://schemas.microsoft.com/office/drawing/2014/main" id="{B1E7AE0F-AB4A-0F1C-6AAA-A42A9162D4DF}"/>
              </a:ext>
            </a:extLst>
          </p:cNvPr>
          <p:cNvSpPr>
            <a:spLocks noGrp="1"/>
          </p:cNvSpPr>
          <p:nvPr>
            <p:ph type="body" sz="quarter" idx="25" hasCustomPrompt="1"/>
          </p:nvPr>
        </p:nvSpPr>
        <p:spPr>
          <a:xfrm>
            <a:off x="8910186" y="3525251"/>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59" name="Text Placeholder 8">
            <a:extLst>
              <a:ext uri="{FF2B5EF4-FFF2-40B4-BE49-F238E27FC236}">
                <a16:creationId xmlns:a16="http://schemas.microsoft.com/office/drawing/2014/main" id="{DDDF6795-4FD8-E8ED-E384-B229AB5A0534}"/>
              </a:ext>
            </a:extLst>
          </p:cNvPr>
          <p:cNvSpPr>
            <a:spLocks noGrp="1"/>
          </p:cNvSpPr>
          <p:nvPr>
            <p:ph type="body" sz="quarter" idx="26" hasCustomPrompt="1"/>
          </p:nvPr>
        </p:nvSpPr>
        <p:spPr>
          <a:xfrm>
            <a:off x="8910186" y="4780785"/>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60" name="Text Placeholder 8">
            <a:extLst>
              <a:ext uri="{FF2B5EF4-FFF2-40B4-BE49-F238E27FC236}">
                <a16:creationId xmlns:a16="http://schemas.microsoft.com/office/drawing/2014/main" id="{74FE49E5-B1C9-59F4-172A-6DB2E378B65C}"/>
              </a:ext>
            </a:extLst>
          </p:cNvPr>
          <p:cNvSpPr>
            <a:spLocks noGrp="1"/>
          </p:cNvSpPr>
          <p:nvPr>
            <p:ph type="body" sz="quarter" idx="27" hasCustomPrompt="1"/>
          </p:nvPr>
        </p:nvSpPr>
        <p:spPr>
          <a:xfrm>
            <a:off x="8910186" y="5180249"/>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62" name="Slide Number Placeholder 5">
            <a:extLst>
              <a:ext uri="{FF2B5EF4-FFF2-40B4-BE49-F238E27FC236}">
                <a16:creationId xmlns:a16="http://schemas.microsoft.com/office/drawing/2014/main" id="{82663293-1805-9501-BC7A-D66FC6072A72}"/>
              </a:ext>
            </a:extLst>
          </p:cNvPr>
          <p:cNvSpPr>
            <a:spLocks noGrp="1"/>
          </p:cNvSpPr>
          <p:nvPr>
            <p:ph type="sldNum" sz="quarter" idx="4"/>
          </p:nvPr>
        </p:nvSpPr>
        <p:spPr>
          <a:xfrm>
            <a:off x="11509375" y="6435015"/>
            <a:ext cx="290739" cy="164148"/>
          </a:xfrm>
          <a:prstGeom prst="rect">
            <a:avLst/>
          </a:prstGeom>
        </p:spPr>
        <p:txBody>
          <a:bodyPr vert="horz" lIns="0" tIns="0" rIns="0" bIns="0" rtlCol="0" anchor="ctr"/>
          <a:lstStyle>
            <a:lvl1pPr algn="r">
              <a:defRPr sz="1067">
                <a:solidFill>
                  <a:schemeClr val="accent2"/>
                </a:solidFill>
              </a:defRPr>
            </a:lvl1pPr>
          </a:lstStyle>
          <a:p>
            <a:fld id="{F4E23BAC-D964-45F0-AEE0-0850510230ED}" type="slidenum">
              <a:rPr lang="fr-FR" noProof="1" smtClean="0"/>
              <a:pPr/>
              <a:t>‹N°›</a:t>
            </a:fld>
            <a:endParaRPr lang="fr-FR" noProof="1"/>
          </a:p>
        </p:txBody>
      </p:sp>
      <p:sp>
        <p:nvSpPr>
          <p:cNvPr id="65" name="Text Placeholder 8">
            <a:extLst>
              <a:ext uri="{FF2B5EF4-FFF2-40B4-BE49-F238E27FC236}">
                <a16:creationId xmlns:a16="http://schemas.microsoft.com/office/drawing/2014/main" id="{FD321AD6-49A8-2B99-71EF-6D950E1DA89D}"/>
              </a:ext>
            </a:extLst>
          </p:cNvPr>
          <p:cNvSpPr>
            <a:spLocks noGrp="1"/>
          </p:cNvSpPr>
          <p:nvPr>
            <p:ph type="body" sz="quarter" idx="28" hasCustomPrompt="1"/>
          </p:nvPr>
        </p:nvSpPr>
        <p:spPr>
          <a:xfrm>
            <a:off x="3951886" y="1466664"/>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66" name="Text Placeholder 8">
            <a:extLst>
              <a:ext uri="{FF2B5EF4-FFF2-40B4-BE49-F238E27FC236}">
                <a16:creationId xmlns:a16="http://schemas.microsoft.com/office/drawing/2014/main" id="{A3500577-783A-3882-6A01-E371C377E074}"/>
              </a:ext>
            </a:extLst>
          </p:cNvPr>
          <p:cNvSpPr>
            <a:spLocks noGrp="1"/>
          </p:cNvSpPr>
          <p:nvPr>
            <p:ph type="body" sz="quarter" idx="29" hasCustomPrompt="1"/>
          </p:nvPr>
        </p:nvSpPr>
        <p:spPr>
          <a:xfrm>
            <a:off x="8021018" y="1466664"/>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67" name="Text Placeholder 8">
            <a:extLst>
              <a:ext uri="{FF2B5EF4-FFF2-40B4-BE49-F238E27FC236}">
                <a16:creationId xmlns:a16="http://schemas.microsoft.com/office/drawing/2014/main" id="{7E466C64-2D55-B14A-A248-595187E2ABAC}"/>
              </a:ext>
            </a:extLst>
          </p:cNvPr>
          <p:cNvSpPr>
            <a:spLocks noGrp="1"/>
          </p:cNvSpPr>
          <p:nvPr>
            <p:ph type="body" sz="quarter" idx="30" hasCustomPrompt="1"/>
          </p:nvPr>
        </p:nvSpPr>
        <p:spPr>
          <a:xfrm>
            <a:off x="3951886" y="3131699"/>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68" name="Text Placeholder 8">
            <a:extLst>
              <a:ext uri="{FF2B5EF4-FFF2-40B4-BE49-F238E27FC236}">
                <a16:creationId xmlns:a16="http://schemas.microsoft.com/office/drawing/2014/main" id="{D2B8097A-4C29-91E6-BDEC-4B2772E7898A}"/>
              </a:ext>
            </a:extLst>
          </p:cNvPr>
          <p:cNvSpPr>
            <a:spLocks noGrp="1"/>
          </p:cNvSpPr>
          <p:nvPr>
            <p:ph type="body" sz="quarter" idx="31" hasCustomPrompt="1"/>
          </p:nvPr>
        </p:nvSpPr>
        <p:spPr>
          <a:xfrm>
            <a:off x="8021018" y="3131699"/>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69" name="Text Placeholder 8">
            <a:extLst>
              <a:ext uri="{FF2B5EF4-FFF2-40B4-BE49-F238E27FC236}">
                <a16:creationId xmlns:a16="http://schemas.microsoft.com/office/drawing/2014/main" id="{7DC4F6D3-54C8-9E01-668E-0F2D36B6FA7C}"/>
              </a:ext>
            </a:extLst>
          </p:cNvPr>
          <p:cNvSpPr>
            <a:spLocks noGrp="1"/>
          </p:cNvSpPr>
          <p:nvPr>
            <p:ph type="body" sz="quarter" idx="32" hasCustomPrompt="1"/>
          </p:nvPr>
        </p:nvSpPr>
        <p:spPr>
          <a:xfrm>
            <a:off x="3951886" y="4786692"/>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70" name="Text Placeholder 8">
            <a:extLst>
              <a:ext uri="{FF2B5EF4-FFF2-40B4-BE49-F238E27FC236}">
                <a16:creationId xmlns:a16="http://schemas.microsoft.com/office/drawing/2014/main" id="{B72865C8-DE7C-2A6F-D346-29F56FC581B6}"/>
              </a:ext>
            </a:extLst>
          </p:cNvPr>
          <p:cNvSpPr>
            <a:spLocks noGrp="1"/>
          </p:cNvSpPr>
          <p:nvPr>
            <p:ph type="body" sz="quarter" idx="33" hasCustomPrompt="1"/>
          </p:nvPr>
        </p:nvSpPr>
        <p:spPr>
          <a:xfrm>
            <a:off x="8021018" y="4786692"/>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71" name="TextBox 70">
            <a:extLst>
              <a:ext uri="{FF2B5EF4-FFF2-40B4-BE49-F238E27FC236}">
                <a16:creationId xmlns:a16="http://schemas.microsoft.com/office/drawing/2014/main" id="{C4A4768E-7D60-B3C7-768E-37556CB8DE59}"/>
              </a:ext>
            </a:extLst>
          </p:cNvPr>
          <p:cNvSpPr txBox="1"/>
          <p:nvPr userDrawn="1"/>
        </p:nvSpPr>
        <p:spPr>
          <a:xfrm>
            <a:off x="910348" y="3132270"/>
            <a:ext cx="2629805" cy="590360"/>
          </a:xfrm>
          <a:prstGeom prst="rect">
            <a:avLst/>
          </a:prstGeom>
          <a:noFill/>
        </p:spPr>
        <p:txBody>
          <a:bodyPr wrap="square" lIns="0" tIns="0" rIns="0" bIns="0" anchor="ctr">
            <a:noAutofit/>
          </a:bodyPr>
          <a:lstStyle/>
          <a:p>
            <a:pPr algn="ctr"/>
            <a:r>
              <a:rPr lang="fr-FR" sz="5400" noProof="1">
                <a:solidFill>
                  <a:schemeClr val="tx1"/>
                </a:solidFill>
                <a:latin typeface="+mj-lt"/>
              </a:rPr>
              <a:t>SOMMAIRE</a:t>
            </a:r>
          </a:p>
        </p:txBody>
      </p:sp>
      <p:sp>
        <p:nvSpPr>
          <p:cNvPr id="2" name="Rectangle 1">
            <a:extLst>
              <a:ext uri="{FF2B5EF4-FFF2-40B4-BE49-F238E27FC236}">
                <a16:creationId xmlns:a16="http://schemas.microsoft.com/office/drawing/2014/main" id="{C8E191E6-B661-9E17-BC7C-1387B51CB9A4}"/>
              </a:ext>
            </a:extLst>
          </p:cNvPr>
          <p:cNvSpPr/>
          <p:nvPr userDrawn="1"/>
        </p:nvSpPr>
        <p:spPr>
          <a:xfrm>
            <a:off x="0" y="6435015"/>
            <a:ext cx="1543574" cy="3181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Graphic 31">
            <a:extLst>
              <a:ext uri="{FF2B5EF4-FFF2-40B4-BE49-F238E27FC236}">
                <a16:creationId xmlns:a16="http://schemas.microsoft.com/office/drawing/2014/main" id="{01097F78-02D0-38D9-3697-1E092CD06EC9}"/>
              </a:ext>
            </a:extLst>
          </p:cNvPr>
          <p:cNvPicPr>
            <a:picLocks/>
          </p:cNvPicPr>
          <p:nvPr userDrawn="1"/>
        </p:nvPicPr>
        <p:blipFill>
          <a:blip r:embed="rId8">
            <a:extLst>
              <a:ext uri="{96DAC541-7B7A-43D3-8B79-37D633B846F1}">
                <asvg:svgBlip xmlns:asvg="http://schemas.microsoft.com/office/drawing/2016/SVG/main" r:embed="rId9"/>
              </a:ext>
            </a:extLst>
          </a:blip>
          <a:stretch>
            <a:fillRect/>
          </a:stretch>
        </p:blipFill>
        <p:spPr>
          <a:xfrm>
            <a:off x="0" y="6435015"/>
            <a:ext cx="1219200" cy="230037"/>
          </a:xfrm>
          <a:prstGeom prst="rect">
            <a:avLst/>
          </a:prstGeom>
        </p:spPr>
      </p:pic>
    </p:spTree>
    <p:extLst>
      <p:ext uri="{BB962C8B-B14F-4D97-AF65-F5344CB8AC3E}">
        <p14:creationId xmlns:p14="http://schemas.microsoft.com/office/powerpoint/2010/main" val="2466508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 Id="rId36" Type="http://schemas.openxmlformats.org/officeDocument/2006/relationships/image" Target="../media/image1.png"/><Relationship Id="rId37" Type="http://schemas.openxmlformats.org/officeDocument/2006/relationships/image" Target="../media/image2.svg"/><Relationship Id="rId38"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307B443D-9632-4572-4BB0-43DCCF4E8EA9}"/>
              </a:ext>
            </a:extLst>
          </p:cNvPr>
          <p:cNvSpPr>
            <a:spLocks noGrp="1"/>
          </p:cNvSpPr>
          <p:nvPr>
            <p:ph type="sldNum" sz="quarter" idx="4"/>
          </p:nvPr>
        </p:nvSpPr>
        <p:spPr>
          <a:xfrm>
            <a:off x="11738338" y="6390217"/>
            <a:ext cx="445191" cy="365125"/>
          </a:xfrm>
          <a:prstGeom prst="rect">
            <a:avLst/>
          </a:prstGeom>
        </p:spPr>
        <p:txBody>
          <a:bodyPr vert="horz" lIns="91440" tIns="45720" rIns="91440" bIns="45720" rtlCol="0" anchor="ctr"/>
          <a:lstStyle>
            <a:lvl1pPr algn="l">
              <a:defRPr sz="1050">
                <a:solidFill>
                  <a:schemeClr val="tx1"/>
                </a:solidFill>
                <a:latin typeface="+mj-lt"/>
              </a:defRPr>
            </a:lvl1pPr>
          </a:lstStyle>
          <a:p>
            <a:fld id="{BD8650C1-FE00-47B0-973D-77306D8B837F}" type="slidenum">
              <a:rPr lang="en-US" smtClean="0"/>
              <a:pPr/>
              <a:t>‹N°›</a:t>
            </a:fld>
            <a:endParaRPr lang="en-US"/>
          </a:p>
        </p:txBody>
      </p:sp>
      <p:sp>
        <p:nvSpPr>
          <p:cNvPr id="2" name="Espace réservé du titre 1">
            <a:extLst>
              <a:ext uri="{FF2B5EF4-FFF2-40B4-BE49-F238E27FC236}">
                <a16:creationId xmlns:a16="http://schemas.microsoft.com/office/drawing/2014/main" id="{03992A40-E2B3-A942-18DE-B2D12053DB9A}"/>
              </a:ext>
            </a:extLst>
          </p:cNvPr>
          <p:cNvSpPr>
            <a:spLocks noGrp="1"/>
          </p:cNvSpPr>
          <p:nvPr>
            <p:ph type="title"/>
          </p:nvPr>
        </p:nvSpPr>
        <p:spPr>
          <a:xfrm>
            <a:off x="-767257" y="330475"/>
            <a:ext cx="5991367" cy="701123"/>
          </a:xfrm>
          <a:prstGeom prst="roundRect">
            <a:avLst>
              <a:gd name="adj" fmla="val 50000"/>
            </a:avLst>
          </a:prstGeom>
          <a:solidFill>
            <a:schemeClr val="bg2"/>
          </a:solidFill>
        </p:spPr>
        <p:txBody>
          <a:bodyPr vert="horz" wrap="none" lIns="864000" tIns="0" rIns="91440" bIns="0" rtlCol="0" anchor="t" anchorCtr="0">
            <a:spAutoFit/>
          </a:bodyPr>
          <a:lstStyle/>
          <a:p>
            <a:r>
              <a:rPr lang="fr-FR" dirty="0"/>
              <a:t>Modifiez le style du titre</a:t>
            </a:r>
            <a:endParaRPr lang="en-US" dirty="0"/>
          </a:p>
        </p:txBody>
      </p:sp>
      <p:pic>
        <p:nvPicPr>
          <p:cNvPr id="7" name="Graphic 2">
            <a:extLst>
              <a:ext uri="{FF2B5EF4-FFF2-40B4-BE49-F238E27FC236}">
                <a16:creationId xmlns:a16="http://schemas.microsoft.com/office/drawing/2014/main" id="{3FA0629D-286B-B706-199C-CB1825356897}"/>
              </a:ext>
            </a:extLst>
          </p:cNvPr>
          <p:cNvPicPr>
            <a:picLocks/>
          </p:cNvPicPr>
          <p:nvPr userDrawn="1"/>
        </p:nvPicPr>
        <p:blipFill>
          <a:blip r:embed="rId36">
            <a:extLst>
              <a:ext uri="{96DAC541-7B7A-43D3-8B79-37D633B846F1}">
                <asvg:svgBlip xmlns:asvg="http://schemas.microsoft.com/office/drawing/2016/SVG/main" r:embed="rId37"/>
              </a:ext>
            </a:extLst>
          </a:blip>
          <a:stretch>
            <a:fillRect/>
          </a:stretch>
        </p:blipFill>
        <p:spPr>
          <a:xfrm>
            <a:off x="0" y="6442845"/>
            <a:ext cx="1377298" cy="259867"/>
          </a:xfrm>
          <a:prstGeom prst="rect">
            <a:avLst/>
          </a:prstGeom>
        </p:spPr>
      </p:pic>
    </p:spTree>
    <p:extLst>
      <p:ext uri="{BB962C8B-B14F-4D97-AF65-F5344CB8AC3E}">
        <p14:creationId xmlns:p14="http://schemas.microsoft.com/office/powerpoint/2010/main" val="33867449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38"/>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17.png"/><Relationship Id="rId6"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png"/><Relationship Id="rId3" Type="http://schemas.openxmlformats.org/officeDocument/2006/relationships/chart" Target="../charts/chart3.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5C6C5-2639-B20D-415C-667F92113016}"/>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00E8051-1BC8-54AE-2B3F-4477A64F3CE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D8650C1-FE00-47B0-973D-77306D8B837F}" type="slidenum">
              <a:rPr kumimoji="0" lang="en-US" sz="1050" b="0" i="0" u="none" strike="noStrike" kern="1200" cap="none" spc="0" normalizeH="0" baseline="0" noProof="0" smtClean="0">
                <a:ln>
                  <a:noFill/>
                </a:ln>
                <a:solidFill>
                  <a:srgbClr val="4B3C3C"/>
                </a:solidFill>
                <a:effectLst/>
                <a:uLnTx/>
                <a:uFillTx/>
                <a:latin typeface="Barlow Condensed ExtraBold"/>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050" b="0" i="0" u="none" strike="noStrike" kern="1200" cap="none" spc="0" normalizeH="0" baseline="0" noProof="0" dirty="0">
              <a:ln>
                <a:noFill/>
              </a:ln>
              <a:solidFill>
                <a:srgbClr val="4B3C3C"/>
              </a:solidFill>
              <a:effectLst/>
              <a:uLnTx/>
              <a:uFillTx/>
              <a:latin typeface="Barlow Condensed ExtraBold"/>
              <a:ea typeface="+mn-ea"/>
              <a:cs typeface="+mn-cs"/>
            </a:endParaRPr>
          </a:p>
        </p:txBody>
      </p:sp>
      <p:sp>
        <p:nvSpPr>
          <p:cNvPr id="3" name="Titre 2">
            <a:extLst>
              <a:ext uri="{FF2B5EF4-FFF2-40B4-BE49-F238E27FC236}">
                <a16:creationId xmlns:a16="http://schemas.microsoft.com/office/drawing/2014/main" id="{63C48024-BF8D-1CCD-7D8C-B470C9C5053D}"/>
              </a:ext>
            </a:extLst>
          </p:cNvPr>
          <p:cNvSpPr>
            <a:spLocks noGrp="1"/>
          </p:cNvSpPr>
          <p:nvPr>
            <p:ph type="title"/>
          </p:nvPr>
        </p:nvSpPr>
        <p:spPr>
          <a:xfrm>
            <a:off x="-649790" y="207753"/>
            <a:ext cx="11700000" cy="934831"/>
          </a:xfrm>
          <a:solidFill>
            <a:schemeClr val="bg1"/>
          </a:solidFill>
        </p:spPr>
        <p:txBody>
          <a:bodyPr vert="horz" wrap="square" lIns="864000" tIns="0" rIns="91440" bIns="0" rtlCol="0" anchor="t" anchorCtr="0">
            <a:noAutofit/>
          </a:bodyPr>
          <a:lstStyle/>
          <a:p>
            <a:r>
              <a:rPr lang="fr-FR" sz="2400" b="1" noProof="1">
                <a:solidFill>
                  <a:schemeClr val="tx1"/>
                </a:solidFill>
                <a:latin typeface="Barlow Condensed Medium" panose="00000606000000000000" pitchFamily="2" charset="0"/>
              </a:rPr>
              <a:t>L'ACTIVITÉ ET L'EMPLOI DES PME EN REPLI, LES CARNETS SE DÉGRADENT</a:t>
            </a:r>
            <a:br>
              <a:rPr lang="fr-FR" sz="2400" b="1" noProof="1">
                <a:solidFill>
                  <a:schemeClr val="tx1"/>
                </a:solidFill>
                <a:latin typeface="Barlow Condensed Medium" panose="00000606000000000000" pitchFamily="2" charset="0"/>
              </a:rPr>
            </a:br>
            <a:endParaRPr lang="fr-FR" sz="2400" b="1" dirty="0">
              <a:solidFill>
                <a:schemeClr val="tx1"/>
              </a:solidFill>
              <a:latin typeface="Barlow Condensed Medium" panose="00000606000000000000" pitchFamily="2" charset="0"/>
            </a:endParaRPr>
          </a:p>
        </p:txBody>
      </p:sp>
      <p:sp>
        <p:nvSpPr>
          <p:cNvPr id="4" name="Text Placeholder 7">
            <a:extLst>
              <a:ext uri="{FF2B5EF4-FFF2-40B4-BE49-F238E27FC236}">
                <a16:creationId xmlns:a16="http://schemas.microsoft.com/office/drawing/2014/main" id="{A9AF444F-CE4C-0BE1-4D60-9D6942B586E4}"/>
              </a:ext>
            </a:extLst>
          </p:cNvPr>
          <p:cNvSpPr txBox="1">
            <a:spLocks/>
          </p:cNvSpPr>
          <p:nvPr/>
        </p:nvSpPr>
        <p:spPr>
          <a:xfrm>
            <a:off x="524156" y="1738725"/>
            <a:ext cx="5177657" cy="1859894"/>
          </a:xfrm>
          <a:prstGeom prst="rect">
            <a:avLst/>
          </a:prstGeom>
        </p:spPr>
        <p:txBody>
          <a:bodyPr tIns="0" anchor="t">
            <a:noAutofit/>
          </a:bodyPr>
          <a:lst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2"/>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1">
              <a:ln>
                <a:noFill/>
              </a:ln>
              <a:solidFill>
                <a:srgbClr val="4B3C3C"/>
              </a:solidFill>
              <a:effectLst/>
              <a:uLnTx/>
              <a:uFillTx/>
              <a:latin typeface="Barlow"/>
              <a:ea typeface="+mn-ea"/>
              <a:cs typeface="+mn-cs"/>
            </a:endParaRPr>
          </a:p>
        </p:txBody>
      </p:sp>
      <p:sp>
        <p:nvSpPr>
          <p:cNvPr id="17" name="Espace réservé du contenu 1">
            <a:extLst>
              <a:ext uri="{FF2B5EF4-FFF2-40B4-BE49-F238E27FC236}">
                <a16:creationId xmlns:a16="http://schemas.microsoft.com/office/drawing/2014/main" id="{9422C08E-4CAC-C071-C74C-AD6433C36462}"/>
              </a:ext>
            </a:extLst>
          </p:cNvPr>
          <p:cNvSpPr txBox="1">
            <a:spLocks/>
          </p:cNvSpPr>
          <p:nvPr/>
        </p:nvSpPr>
        <p:spPr>
          <a:xfrm>
            <a:off x="468000" y="1184476"/>
            <a:ext cx="5425200" cy="224314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2"/>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fr-FR" sz="1200" b="1" i="0" u="none" strike="noStrike" kern="1200" cap="none" spc="0" normalizeH="0" baseline="0" noProof="1">
                <a:ln>
                  <a:noFill/>
                </a:ln>
                <a:solidFill>
                  <a:srgbClr val="69CD59"/>
                </a:solidFill>
                <a:effectLst/>
                <a:uLnTx/>
                <a:uFillTx/>
                <a:latin typeface="Barlow"/>
                <a:ea typeface="+mn-ea"/>
                <a:cs typeface="+mn-cs"/>
              </a:rPr>
              <a:t>Les indicateurs d'activité et d'embauches s'établissent en territoire négatif au premier semestre 2026, atteignant leurs plus bas niveaux historiques hors crises financière et sanitaire.</a:t>
            </a:r>
            <a:endParaRPr kumimoji="0" lang="fr-FR" sz="1000" b="1" i="0" u="none" strike="noStrike" kern="1200" cap="all" spc="0" normalizeH="0" baseline="0" noProof="0" dirty="0">
              <a:ln>
                <a:noFill/>
              </a:ln>
              <a:solidFill>
                <a:srgbClr val="FFCD00"/>
              </a:solidFill>
              <a:effectLst/>
              <a:uLnTx/>
              <a:uFillTx/>
              <a:latin typeface="Barlow Condensed ExtraBold"/>
              <a:ea typeface="+mn-ea"/>
              <a:cs typeface="+mn-cs"/>
            </a:endParaRP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Le solde d'opinion relatif à l'évolution du chiffre d'affaires fléchit ce semestre.</a:t>
            </a:r>
            <a:r>
              <a:rPr kumimoji="0" lang="fr-FR" sz="1000" b="0" i="0" u="none" strike="noStrike" kern="1200" cap="none" spc="0" normalizeH="0" baseline="0" noProof="0" dirty="0">
                <a:ln>
                  <a:noFill/>
                </a:ln>
                <a:solidFill>
                  <a:srgbClr val="4B3C3C"/>
                </a:solidFill>
                <a:effectLst/>
                <a:uLnTx/>
                <a:uFillTx/>
                <a:latin typeface="Barlow"/>
                <a:ea typeface="+mn-ea"/>
                <a:cs typeface="+mn-cs"/>
              </a:rPr>
              <a:t> Il s'établit à -14,0 %, en recul de 3,2 points en 6 mois et de 9,6 points sur un an, soit 26,8 points en-deçà de sa moyenne historique, atteignant son plus bas niveau historique hors crises financière de 2008-09 et sanitaire de 2020.</a:t>
            </a: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Les perspectives d'évolution des effectifs se dégradent fortement.</a:t>
            </a:r>
            <a:r>
              <a:rPr kumimoji="0" lang="fr-FR" sz="1000" b="0" i="0" u="none" strike="noStrike" kern="1200" cap="none" spc="0" normalizeH="0" baseline="0" noProof="0" dirty="0">
                <a:ln>
                  <a:noFill/>
                </a:ln>
                <a:solidFill>
                  <a:srgbClr val="4B3C3C"/>
                </a:solidFill>
                <a:effectLst/>
                <a:uLnTx/>
                <a:uFillTx/>
                <a:latin typeface="Barlow"/>
                <a:ea typeface="+mn-ea"/>
                <a:cs typeface="+mn-cs"/>
              </a:rPr>
              <a:t> L'indicateur s'établit à -8,0 %, en recul de 4,0 points en 6 mois et de 10,1 points sur un an, soit 15,8 points en-deçà de sa moyenne historique, atteignant son plus bas niveau historique hors crises financière de 2008-09 et sanitaire de 2020.</a:t>
            </a:r>
          </a:p>
        </p:txBody>
      </p:sp>
      <p:sp>
        <p:nvSpPr>
          <p:cNvPr id="9" name="Espace réservé du contenu 1">
            <a:extLst>
              <a:ext uri="{FF2B5EF4-FFF2-40B4-BE49-F238E27FC236}">
                <a16:creationId xmlns:a16="http://schemas.microsoft.com/office/drawing/2014/main" id="{80B04247-8483-BF79-55C1-9182593FEEB8}"/>
              </a:ext>
            </a:extLst>
          </p:cNvPr>
          <p:cNvSpPr txBox="1">
            <a:spLocks/>
          </p:cNvSpPr>
          <p:nvPr/>
        </p:nvSpPr>
        <p:spPr>
          <a:xfrm>
            <a:off x="6298800" y="1184305"/>
            <a:ext cx="5425200" cy="1619856"/>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2"/>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fr-FR" sz="1200" b="1" i="0" u="none" strike="noStrike" kern="1200" cap="none" spc="0" normalizeH="0" baseline="0" noProof="1">
                <a:ln>
                  <a:noFill/>
                </a:ln>
                <a:solidFill>
                  <a:srgbClr val="69CD59"/>
                </a:solidFill>
                <a:effectLst/>
                <a:uLnTx/>
                <a:uFillTx/>
                <a:latin typeface="Barlow"/>
                <a:ea typeface="+mn-ea"/>
                <a:cs typeface="+mn-cs"/>
              </a:rPr>
              <a:t>La pression des difficultés d'approvisionnement s'intensifie et contraint l'activité des TPE-PME.</a:t>
            </a:r>
            <a:endParaRPr kumimoji="0" lang="fr-FR" sz="1000" b="1" i="0" u="none" strike="noStrike" kern="1200" cap="all" spc="0" normalizeH="0" baseline="0" noProof="0" dirty="0">
              <a:ln>
                <a:noFill/>
              </a:ln>
              <a:solidFill>
                <a:srgbClr val="FFCD00"/>
              </a:solidFill>
              <a:effectLst/>
              <a:uLnTx/>
              <a:uFillTx/>
              <a:latin typeface="Barlow Condensed ExtraBold"/>
              <a:ea typeface="+mn-ea"/>
              <a:cs typeface="+mn-cs"/>
            </a:endParaRP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Du côté de l'offre, les difficultés d'approvisionnement limitant significativement la production sont en nette progression.</a:t>
            </a:r>
            <a:r>
              <a:rPr kumimoji="0" lang="fr-FR" sz="1000" b="0" i="0" u="none" strike="noStrike" kern="1200" cap="none" spc="0" normalizeH="0" baseline="0" noProof="0" dirty="0">
                <a:ln>
                  <a:noFill/>
                </a:ln>
                <a:solidFill>
                  <a:srgbClr val="4B3C3C"/>
                </a:solidFill>
                <a:effectLst/>
                <a:uLnTx/>
                <a:uFillTx/>
                <a:latin typeface="Barlow"/>
                <a:ea typeface="+mn-ea"/>
                <a:cs typeface="+mn-cs"/>
              </a:rPr>
              <a:t> La part des TPE-PME déclarant des difficultés d'approvisionnement limitant fortement ou modérément leur production s'établit à 40,0 %, soit une hausse de 12,69 points en 6 mois et de 15,21 points sur un an.</a:t>
            </a: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Du côté de la demande, les carnets de commande restent en territoire négatif, avec une dégradation des perspectives futures.</a:t>
            </a:r>
            <a:r>
              <a:rPr kumimoji="0" lang="fr-FR" sz="1000" b="0" i="0" u="none" strike="noStrike" kern="1200" cap="none" spc="0" normalizeH="0" baseline="0" noProof="0" dirty="0">
                <a:ln>
                  <a:noFill/>
                </a:ln>
                <a:solidFill>
                  <a:srgbClr val="4B3C3C"/>
                </a:solidFill>
                <a:effectLst/>
                <a:uLnTx/>
                <a:uFillTx/>
                <a:latin typeface="Barlow"/>
                <a:ea typeface="+mn-ea"/>
                <a:cs typeface="+mn-cs"/>
              </a:rPr>
              <a:t> Le solde d'opinion sur les carnets de commande passés (6 derniers mois) s'établit à -22,0 %, en légère hausse de 0,20 point en 6 mois mais en recul de 1,30 point sur un an, et demeure 15,11 points en-deçà de sa moyenne de long terme. Concernant les carnets de commande futurs (6 prochains mois), l'indicateur recule à -15,0 %, soit une baisse de 7,50 points en 6 mois et de 13,97 points sur un an, se positionnant 17,53 points sous sa moyenne historique.</a:t>
            </a:r>
            <a:endParaRPr kumimoji="0" lang="fr-FR" sz="1000" b="1" i="0" u="none" strike="noStrike" kern="1200" cap="none" spc="0" normalizeH="0" baseline="0" noProof="0" dirty="0">
              <a:ln>
                <a:noFill/>
              </a:ln>
              <a:solidFill>
                <a:srgbClr val="4B3C3C"/>
              </a:solidFill>
              <a:effectLst/>
              <a:uLnTx/>
              <a:uFillTx/>
              <a:latin typeface="Barlow"/>
              <a:ea typeface="+mn-ea"/>
              <a:cs typeface="+mn-cs"/>
            </a:endParaRPr>
          </a:p>
        </p:txBody>
      </p:sp>
      <p:sp>
        <p:nvSpPr>
          <p:cNvPr id="14" name="Text Placeholder 16">
            <a:extLst>
              <a:ext uri="{FF2B5EF4-FFF2-40B4-BE49-F238E27FC236}">
                <a16:creationId xmlns:a16="http://schemas.microsoft.com/office/drawing/2014/main" id="{18945E20-2980-0C2E-C4A0-1EDE05744E8B}"/>
              </a:ext>
            </a:extLst>
          </p:cNvPr>
          <p:cNvSpPr txBox="1">
            <a:spLocks/>
          </p:cNvSpPr>
          <p:nvPr/>
        </p:nvSpPr>
        <p:spPr>
          <a:xfrm>
            <a:off x="6446235" y="1264486"/>
            <a:ext cx="5186361" cy="397440"/>
          </a:xfrm>
          <a:prstGeom prst="rect">
            <a:avLst/>
          </a:prstGeom>
        </p:spPr>
        <p:txBody>
          <a:bodyPr anchor="t" anchorCtr="0"/>
          <a:lst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2"/>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1200"/>
              </a:spcAft>
              <a:buClrTx/>
              <a:buSzTx/>
              <a:buFontTx/>
              <a:buNone/>
              <a:tabLst/>
              <a:defRPr/>
            </a:pPr>
            <a:endParaRPr kumimoji="0" lang="fr-FR" sz="1200" b="1" i="0" u="none" strike="noStrike" kern="1200" cap="none" spc="0" normalizeH="0" baseline="0" noProof="1">
              <a:ln>
                <a:noFill/>
              </a:ln>
              <a:solidFill>
                <a:srgbClr val="69CD59"/>
              </a:solidFill>
              <a:effectLst/>
              <a:uLnTx/>
              <a:uFillTx/>
              <a:latin typeface="Barlow Condensed ExtraBold"/>
              <a:ea typeface="+mn-ea"/>
              <a:cs typeface="+mn-cs"/>
            </a:endParaRPr>
          </a:p>
        </p:txBody>
      </p:sp>
      <p:sp>
        <p:nvSpPr>
          <p:cNvPr id="24" name="Rectangle 23">
            <a:extLst>
              <a:ext uri="{FF2B5EF4-FFF2-40B4-BE49-F238E27FC236}">
                <a16:creationId xmlns:a16="http://schemas.microsoft.com/office/drawing/2014/main" id="{D1176225-2092-79FC-B51E-E3F82C07CA20}"/>
              </a:ext>
            </a:extLst>
          </p:cNvPr>
          <p:cNvSpPr/>
          <p:nvPr/>
        </p:nvSpPr>
        <p:spPr>
          <a:xfrm>
            <a:off x="0" y="6365829"/>
            <a:ext cx="1627632" cy="3895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Barlow"/>
              <a:ea typeface="+mn-ea"/>
              <a:cs typeface="+mn-cs"/>
            </a:endParaRPr>
          </a:p>
        </p:txBody>
      </p:sp>
      <p:sp>
        <p:nvSpPr>
          <p:cNvPr id="28" name="ZoneTexte 27">
            <a:extLst>
              <a:ext uri="{FF2B5EF4-FFF2-40B4-BE49-F238E27FC236}">
                <a16:creationId xmlns:a16="http://schemas.microsoft.com/office/drawing/2014/main" id="{F09A9D4F-2F36-DF69-AD60-E64DA54B34EE}"/>
              </a:ext>
            </a:extLst>
          </p:cNvPr>
          <p:cNvSpPr txBox="1"/>
          <p:nvPr/>
        </p:nvSpPr>
        <p:spPr>
          <a:xfrm>
            <a:off x="306930" y="6657945"/>
            <a:ext cx="4206502"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0" i="0" u="none" strike="noStrike" kern="1200" cap="none" spc="0" normalizeH="0" baseline="0" noProof="0" dirty="0">
                <a:ln>
                  <a:noFill/>
                </a:ln>
                <a:solidFill>
                  <a:srgbClr val="4B3C3C"/>
                </a:solidFill>
                <a:effectLst/>
                <a:uLnTx/>
                <a:uFillTx/>
                <a:latin typeface="Barlow"/>
                <a:ea typeface="+mn-ea"/>
                <a:cs typeface="+mn-cs"/>
              </a:rPr>
              <a:t>Champ : Total (N = 4722) ; Source : Bpifrance Le Lab</a:t>
            </a:r>
            <a:endParaRPr kumimoji="0" lang="fr-FR" sz="700" b="0" i="0" u="none" strike="noStrike" kern="1200" cap="none" spc="0" normalizeH="0" baseline="0" noProof="0" dirty="0">
              <a:ln>
                <a:noFill/>
              </a:ln>
              <a:solidFill>
                <a:srgbClr val="4B3C3C"/>
              </a:solidFill>
              <a:effectLst/>
              <a:uLnTx/>
              <a:uFillTx/>
              <a:latin typeface="Barlow"/>
              <a:ea typeface="+mn-ea"/>
              <a:cs typeface="+mn-cs"/>
            </a:endParaRPr>
          </a:p>
        </p:txBody>
      </p:sp>
      <p:sp>
        <p:nvSpPr>
          <p:cNvPr id="29" name="Rectangle 28">
            <a:extLst>
              <a:ext uri="{FF2B5EF4-FFF2-40B4-BE49-F238E27FC236}">
                <a16:creationId xmlns:a16="http://schemas.microsoft.com/office/drawing/2014/main" id="{E613602F-1745-2AA7-ED7E-6CB0A1E9CCD5}"/>
              </a:ext>
            </a:extLst>
          </p:cNvPr>
          <p:cNvSpPr/>
          <p:nvPr/>
        </p:nvSpPr>
        <p:spPr>
          <a:xfrm>
            <a:off x="6006188" y="6240327"/>
            <a:ext cx="1627632" cy="3895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Barlow"/>
              <a:ea typeface="+mn-ea"/>
              <a:cs typeface="+mn-cs"/>
            </a:endParaRPr>
          </a:p>
        </p:txBody>
      </p:sp>
      <p:sp>
        <p:nvSpPr>
          <p:cNvPr id="31" name="ZoneTexte 30">
            <a:extLst>
              <a:ext uri="{FF2B5EF4-FFF2-40B4-BE49-F238E27FC236}">
                <a16:creationId xmlns:a16="http://schemas.microsoft.com/office/drawing/2014/main" id="{1D9D8FE8-9444-1405-7156-552A0FD0F7E3}"/>
              </a:ext>
            </a:extLst>
          </p:cNvPr>
          <p:cNvSpPr txBox="1"/>
          <p:nvPr/>
        </p:nvSpPr>
        <p:spPr>
          <a:xfrm>
            <a:off x="6382762" y="6655314"/>
            <a:ext cx="4206502"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0" i="0" u="none" strike="noStrike" kern="1200" cap="none" spc="0" normalizeH="0" baseline="0" noProof="0" dirty="0">
                <a:ln>
                  <a:noFill/>
                </a:ln>
                <a:solidFill>
                  <a:srgbClr val="4B3C3C"/>
                </a:solidFill>
                <a:effectLst/>
                <a:uLnTx/>
                <a:uFillTx/>
                <a:latin typeface="Barlow"/>
                <a:ea typeface="+mn-ea"/>
                <a:cs typeface="+mn-cs"/>
              </a:rPr>
              <a:t>Champ : Total (N = 4722) ; Source : Bpifrance Le Lab</a:t>
            </a:r>
            <a:endParaRPr kumimoji="0" lang="fr-FR" sz="700" b="0" i="0" u="none" strike="noStrike" kern="1200" cap="none" spc="0" normalizeH="0" baseline="0" noProof="0" dirty="0">
              <a:ln>
                <a:noFill/>
              </a:ln>
              <a:solidFill>
                <a:srgbClr val="4B3C3C"/>
              </a:solidFill>
              <a:effectLst/>
              <a:uLnTx/>
              <a:uFillTx/>
              <a:latin typeface="Barlow"/>
              <a:ea typeface="+mn-ea"/>
              <a:cs typeface="+mn-cs"/>
            </a:endParaRPr>
          </a:p>
        </p:txBody>
      </p:sp>
      <p:pic>
        <p:nvPicPr>
          <p:cNvPr id="32" name="Picture 31" descr="01_ca_eff.png"/>
          <p:cNvPicPr>
            <a:picLocks noChangeAspect="1"/>
          </p:cNvPicPr>
          <p:nvPr/>
        </p:nvPicPr>
        <p:blipFill>
          <a:blip r:embed="rId5"/>
          <a:stretch>
            <a:fillRect/>
          </a:stretch>
        </p:blipFill>
        <p:spPr>
          <a:xfrm>
            <a:off x="351785" y="3951979"/>
            <a:ext cx="5302800" cy="2620800"/>
          </a:xfrm>
          <a:prstGeom prst="rect">
            <a:avLst/>
          </a:prstGeom>
        </p:spPr>
      </p:pic>
      <p:pic>
        <p:nvPicPr>
          <p:cNvPr id="33" name="Picture 32" descr="02_carnets_passes.png"/>
          <p:cNvPicPr>
            <a:picLocks noChangeAspect="1"/>
          </p:cNvPicPr>
          <p:nvPr/>
        </p:nvPicPr>
        <p:blipFill>
          <a:blip r:embed="rId6"/>
          <a:stretch>
            <a:fillRect/>
          </a:stretch>
        </p:blipFill>
        <p:spPr>
          <a:xfrm>
            <a:off x="6319808" y="3865294"/>
            <a:ext cx="5302800" cy="2620800"/>
          </a:xfrm>
          <a:prstGeom prst="rect">
            <a:avLst/>
          </a:prstGeom>
        </p:spPr>
      </p:pic>
    </p:spTree>
    <p:extLst>
      <p:ext uri="{BB962C8B-B14F-4D97-AF65-F5344CB8AC3E}">
        <p14:creationId xmlns:p14="http://schemas.microsoft.com/office/powerpoint/2010/main" val="1570495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25D0B-745B-27A6-E4C5-AED88E98B330}"/>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EE20235C-5103-E89E-328C-EAAD5A6AD7D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D8650C1-FE00-47B0-973D-77306D8B837F}" type="slidenum">
              <a:rPr kumimoji="0" lang="en-US" sz="1050" b="0" i="0" u="none" strike="noStrike" kern="1200" cap="none" spc="0" normalizeH="0" baseline="0" noProof="0" smtClean="0">
                <a:ln>
                  <a:noFill/>
                </a:ln>
                <a:solidFill>
                  <a:srgbClr val="4B3C3C"/>
                </a:solidFill>
                <a:effectLst/>
                <a:uLnTx/>
                <a:uFillTx/>
                <a:latin typeface="Barlow Condensed ExtraBold"/>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050" b="0" i="0" u="none" strike="noStrike" kern="1200" cap="none" spc="0" normalizeH="0" baseline="0" noProof="0">
              <a:ln>
                <a:noFill/>
              </a:ln>
              <a:solidFill>
                <a:srgbClr val="4B3C3C"/>
              </a:solidFill>
              <a:effectLst/>
              <a:uLnTx/>
              <a:uFillTx/>
              <a:latin typeface="Barlow Condensed ExtraBold"/>
              <a:ea typeface="+mn-ea"/>
              <a:cs typeface="+mn-cs"/>
            </a:endParaRPr>
          </a:p>
        </p:txBody>
      </p:sp>
      <p:sp>
        <p:nvSpPr>
          <p:cNvPr id="3" name="Titre 2">
            <a:extLst>
              <a:ext uri="{FF2B5EF4-FFF2-40B4-BE49-F238E27FC236}">
                <a16:creationId xmlns:a16="http://schemas.microsoft.com/office/drawing/2014/main" id="{A9D9DBB7-E0FC-FCC1-60FD-673EF5E9DEE6}"/>
              </a:ext>
            </a:extLst>
          </p:cNvPr>
          <p:cNvSpPr>
            <a:spLocks noGrp="1"/>
          </p:cNvSpPr>
          <p:nvPr>
            <p:ph type="title"/>
          </p:nvPr>
        </p:nvSpPr>
        <p:spPr>
          <a:xfrm>
            <a:off x="-591997" y="0"/>
            <a:ext cx="11700000" cy="934831"/>
          </a:xfrm>
          <a:solidFill>
            <a:schemeClr val="bg1"/>
          </a:solidFill>
        </p:spPr>
        <p:txBody>
          <a:bodyPr vert="horz" wrap="square" lIns="864000" tIns="0" rIns="91440" bIns="0" rtlCol="0" anchor="t" anchorCtr="0">
            <a:noAutofit/>
          </a:bodyPr>
          <a:lstStyle/>
          <a:p>
            <a:r>
              <a:rPr lang="fr-FR" sz="2400" b="1" noProof="1">
                <a:solidFill>
                  <a:schemeClr val="tx1"/>
                </a:solidFill>
                <a:latin typeface="Barlow Condensed Medium" panose="00000606000000000000" pitchFamily="2" charset="0"/>
              </a:rPr>
              <a:t>Le tourisme pèse sur une conjoncture sectorielle globalement orientée à la baisse</a:t>
            </a:r>
            <a:br>
              <a:rPr lang="fr-FR" sz="2400" b="1" noProof="1">
                <a:solidFill>
                  <a:schemeClr val="tx1"/>
                </a:solidFill>
                <a:latin typeface="Barlow Condensed Medium" panose="00000606000000000000" pitchFamily="2" charset="0"/>
              </a:rPr>
            </a:br>
            <a:endParaRPr lang="fr-FR" sz="2400" b="1" dirty="0">
              <a:solidFill>
                <a:schemeClr val="tx1"/>
              </a:solidFill>
              <a:latin typeface="Barlow Condensed Medium" panose="00000606000000000000" pitchFamily="2" charset="0"/>
            </a:endParaRPr>
          </a:p>
        </p:txBody>
      </p:sp>
      <p:sp>
        <p:nvSpPr>
          <p:cNvPr id="14" name="ZoneTexte 13">
            <a:extLst>
              <a:ext uri="{FF2B5EF4-FFF2-40B4-BE49-F238E27FC236}">
                <a16:creationId xmlns:a16="http://schemas.microsoft.com/office/drawing/2014/main" id="{EFA46443-CDCB-A80B-3C98-66F30E792855}"/>
              </a:ext>
            </a:extLst>
          </p:cNvPr>
          <p:cNvSpPr txBox="1"/>
          <p:nvPr/>
        </p:nvSpPr>
        <p:spPr>
          <a:xfrm>
            <a:off x="6698337" y="5775877"/>
            <a:ext cx="4060141"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0" i="0" u="none" strike="noStrike" kern="1200" cap="none" spc="0" normalizeH="0" baseline="0" noProof="0" dirty="0">
                <a:ln>
                  <a:noFill/>
                </a:ln>
                <a:solidFill>
                  <a:srgbClr val="4B3C3C"/>
                </a:solidFill>
                <a:effectLst/>
                <a:uLnTx/>
                <a:uFillTx/>
                <a:latin typeface="Barlow"/>
                <a:ea typeface="+mn-ea"/>
                <a:cs typeface="+mn-cs"/>
              </a:rPr>
              <a:t>Champ : Total (N = 4722) ; Source : Bpifrance Le Lab</a:t>
            </a:r>
            <a:endParaRPr kumimoji="0" lang="fr-FR" sz="700" b="0" i="0" u="none" strike="noStrike" kern="1200" cap="none" spc="0" normalizeH="0" baseline="0" noProof="0" dirty="0">
              <a:ln>
                <a:noFill/>
              </a:ln>
              <a:solidFill>
                <a:srgbClr val="4B3C3C"/>
              </a:solidFill>
              <a:effectLst/>
              <a:uLnTx/>
              <a:uFillTx/>
              <a:latin typeface="Barlow"/>
              <a:ea typeface="+mn-ea"/>
              <a:cs typeface="+mn-cs"/>
            </a:endParaRPr>
          </a:p>
        </p:txBody>
      </p:sp>
      <p:sp>
        <p:nvSpPr>
          <p:cNvPr id="8" name="Rectangle 7">
            <a:extLst>
              <a:ext uri="{FF2B5EF4-FFF2-40B4-BE49-F238E27FC236}">
                <a16:creationId xmlns:a16="http://schemas.microsoft.com/office/drawing/2014/main" id="{17D1D95F-4636-FEBB-F9E6-0F058082C3A0}"/>
              </a:ext>
            </a:extLst>
          </p:cNvPr>
          <p:cNvSpPr/>
          <p:nvPr/>
        </p:nvSpPr>
        <p:spPr>
          <a:xfrm>
            <a:off x="0" y="6365829"/>
            <a:ext cx="1627632" cy="3895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Barlow"/>
              <a:ea typeface="+mn-ea"/>
              <a:cs typeface="+mn-cs"/>
            </a:endParaRPr>
          </a:p>
        </p:txBody>
      </p:sp>
      <p:sp>
        <p:nvSpPr>
          <p:cNvPr id="10" name="Espace réservé du contenu 1">
            <a:extLst>
              <a:ext uri="{FF2B5EF4-FFF2-40B4-BE49-F238E27FC236}">
                <a16:creationId xmlns:a16="http://schemas.microsoft.com/office/drawing/2014/main" id="{17E675C2-CA7D-5B2A-A2C2-D7CB8E99FF85}"/>
              </a:ext>
            </a:extLst>
          </p:cNvPr>
          <p:cNvSpPr txBox="1">
            <a:spLocks/>
          </p:cNvSpPr>
          <p:nvPr/>
        </p:nvSpPr>
        <p:spPr>
          <a:xfrm>
            <a:off x="453662" y="1560955"/>
            <a:ext cx="5425200" cy="5122072"/>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2"/>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7" marR="0" lvl="3" indent="0" algn="just" defTabSz="914400" rtl="0" eaLnBrk="1" fontAlgn="auto" latinLnBrk="0" hangingPunct="1">
              <a:lnSpc>
                <a:spcPct val="100000"/>
              </a:lnSpc>
              <a:spcBef>
                <a:spcPts val="200"/>
              </a:spcBef>
              <a:spcAft>
                <a:spcPts val="600"/>
              </a:spcAft>
              <a:buClr>
                <a:srgbClr val="69CD59"/>
              </a:buClr>
              <a:buSzTx/>
              <a:buFontTx/>
              <a:buNone/>
              <a:tabLst/>
              <a:defRPr/>
            </a:pPr>
            <a:r>
              <a:rPr kumimoji="0" lang="fr-FR" sz="1200" b="1" i="0" u="none" strike="noStrike" kern="1200" cap="none" spc="0" normalizeH="0" baseline="0" noProof="1">
                <a:ln>
                  <a:noFill/>
                </a:ln>
                <a:solidFill>
                  <a:srgbClr val="69CD59"/>
                </a:solidFill>
                <a:effectLst/>
                <a:uLnTx/>
                <a:uFillTx/>
                <a:latin typeface="Barlow"/>
                <a:ea typeface="+mn-ea"/>
                <a:cs typeface="+mn-cs"/>
              </a:rPr>
              <a:t>L'activité reste en territoire négatif dans tous les secteurs, avec des dynamiques contrastées et un indicateur particulièrement dégradé pour le tourisme.</a:t>
            </a:r>
            <a:endParaRPr kumimoji="0" lang="fr-FR" sz="1000" b="1" i="0" u="none" strike="noStrike" kern="1200" cap="none" spc="0" normalizeH="0" baseline="0" noProof="0" dirty="0">
              <a:ln>
                <a:noFill/>
              </a:ln>
              <a:solidFill>
                <a:srgbClr val="4B3C3C"/>
              </a:solidFill>
              <a:effectLst/>
              <a:uLnTx/>
              <a:uFillTx/>
              <a:latin typeface="Barlow"/>
              <a:ea typeface="+mn-ea"/>
              <a:cs typeface="+mn-cs"/>
            </a:endParaRP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Le secteur des services se distingue par une résilience relative.</a:t>
            </a:r>
            <a:r>
              <a:rPr kumimoji="0" lang="fr-FR" sz="1000" b="0" i="0" u="none" strike="noStrike" kern="1200" cap="none" spc="0" normalizeH="0" baseline="0" noProof="0" dirty="0">
                <a:ln>
                  <a:noFill/>
                </a:ln>
                <a:solidFill>
                  <a:srgbClr val="4B3C3C"/>
                </a:solidFill>
                <a:effectLst/>
                <a:uLnTx/>
                <a:uFillTx/>
                <a:latin typeface="Barlow"/>
                <a:ea typeface="+mn-ea"/>
                <a:cs typeface="+mn-cs"/>
              </a:rPr>
              <a:t> L'indicateur s'établit à -1,0, en légère progression de 0,4 point sur le semestre et en recul de 6,5 points sur un an. Il se maintient ainsi en territoire négatif, mais à un niveau nettement supérieur à l'ensemble des autres secteurs.</a:t>
            </a: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Le commerce et la construction affichent des évolutions contrastées.</a:t>
            </a:r>
            <a:r>
              <a:rPr kumimoji="0" lang="fr-FR" sz="1000" b="0" i="0" u="none" strike="noStrike" kern="1200" cap="none" spc="0" normalizeH="0" baseline="0" noProof="0" dirty="0">
                <a:ln>
                  <a:noFill/>
                </a:ln>
                <a:solidFill>
                  <a:srgbClr val="4B3C3C"/>
                </a:solidFill>
                <a:effectLst/>
                <a:uLnTx/>
                <a:uFillTx/>
                <a:latin typeface="Barlow"/>
                <a:ea typeface="+mn-ea"/>
                <a:cs typeface="+mn-cs"/>
              </a:rPr>
              <a:t> Le commerce, à -11,0, enregistre une progression de 6,7 points sur le semestre, mais un recul de 2,7 points sur un an. La construction, à -16,0, connaît une stabilité relative avec une légère hausse de 0,8 point sur le semestre, mais un repli de 2,4 points sur un an.</a:t>
            </a: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L'industrie et les transports subissent une dégradation marquée.</a:t>
            </a:r>
            <a:r>
              <a:rPr kumimoji="0" lang="fr-FR" sz="1000" b="0" i="0" u="none" strike="noStrike" kern="1200" cap="none" spc="0" normalizeH="0" baseline="0" noProof="0" dirty="0">
                <a:ln>
                  <a:noFill/>
                </a:ln>
                <a:solidFill>
                  <a:srgbClr val="4B3C3C"/>
                </a:solidFill>
                <a:effectLst/>
                <a:uLnTx/>
                <a:uFillTx/>
                <a:latin typeface="Barlow"/>
                <a:ea typeface="+mn-ea"/>
                <a:cs typeface="+mn-cs"/>
              </a:rPr>
              <a:t> L'industrie s'établit à -17,0, reculant de 4,0 points sur le semestre et de 11,8 points sur un an. Les transports, à -15,0, enregistrent une baisse de 6,6 points sur le semestre et de 11,5 points sur un an, confirmant une tendance négative.</a:t>
            </a:r>
            <a:endParaRPr kumimoji="0" lang="fr-FR" sz="500" b="0" i="0" u="none" strike="noStrike" kern="1200" cap="none" spc="0" normalizeH="0" baseline="0" noProof="0" dirty="0">
              <a:ln>
                <a:noFill/>
              </a:ln>
              <a:solidFill>
                <a:srgbClr val="4B3C3C"/>
              </a:solidFill>
              <a:effectLst/>
              <a:uLnTx/>
              <a:uFillTx/>
              <a:latin typeface="Barlow"/>
              <a:ea typeface="+mn-ea"/>
              <a:cs typeface="+mn-cs"/>
            </a:endParaRP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Le tourisme est le secteur le plus affecté.</a:t>
            </a:r>
            <a:r>
              <a:rPr kumimoji="0" lang="fr-FR" sz="1000" b="0" i="0" u="none" strike="noStrike" kern="1200" cap="none" spc="0" normalizeH="0" baseline="0" noProof="0" dirty="0">
                <a:ln>
                  <a:noFill/>
                </a:ln>
                <a:solidFill>
                  <a:srgbClr val="4B3C3C"/>
                </a:solidFill>
                <a:effectLst/>
                <a:uLnTx/>
                <a:uFillTx/>
                <a:latin typeface="Barlow"/>
                <a:ea typeface="+mn-ea"/>
                <a:cs typeface="+mn-cs"/>
              </a:rPr>
              <a:t> L'indicateur s'établit à -19,0, soit le niveau le plus bas de tous les secteurs. Il recule de 11,3 points sur le semestre et de 11,6 points sur un an, marquant une dégradation significative de la conjoncture.</a:t>
            </a:r>
            <a:endParaRPr kumimoji="0" lang="fr-FR" sz="500" b="0" i="0" u="none" strike="noStrike" kern="1200" cap="none" spc="0" normalizeH="0" baseline="0" noProof="0" dirty="0">
              <a:ln>
                <a:noFill/>
              </a:ln>
              <a:solidFill>
                <a:srgbClr val="4B3C3C"/>
              </a:solidFill>
              <a:effectLst/>
              <a:uLnTx/>
              <a:uFillTx/>
              <a:latin typeface="Barlow"/>
              <a:ea typeface="+mn-ea"/>
              <a:cs typeface="+mn-cs"/>
            </a:endParaRPr>
          </a:p>
        </p:txBody>
      </p:sp>
      <p:pic>
        <p:nvPicPr>
          <p:cNvPr id="15" name="Picture 14" descr="03_secteurs.png"/>
          <p:cNvPicPr>
            <a:picLocks noChangeAspect="1"/>
          </p:cNvPicPr>
          <p:nvPr/>
        </p:nvPicPr>
        <p:blipFill>
          <a:blip r:embed="rId4"/>
          <a:stretch>
            <a:fillRect/>
          </a:stretch>
        </p:blipFill>
        <p:spPr>
          <a:xfrm>
            <a:off x="6698338" y="1560955"/>
            <a:ext cx="5040000" cy="3600000"/>
          </a:xfrm>
          <a:prstGeom prst="rect">
            <a:avLst/>
          </a:prstGeom>
        </p:spPr>
      </p:pic>
    </p:spTree>
    <p:extLst>
      <p:ext uri="{BB962C8B-B14F-4D97-AF65-F5344CB8AC3E}">
        <p14:creationId xmlns:p14="http://schemas.microsoft.com/office/powerpoint/2010/main" val="3528101098"/>
      </p:ext>
    </p:extLst>
  </p:cSld>
  <p:clrMapOvr>
    <a:masterClrMapping/>
  </p:clrMapOvr>
</p:sld>
</file>

<file path=ppt/theme/theme1.xml><?xml version="1.0" encoding="utf-8"?>
<a:theme xmlns:a="http://schemas.openxmlformats.org/drawingml/2006/main" name="1_Thème Office">
  <a:themeElements>
    <a:clrScheme name="Personnalisé 149">
      <a:dk1>
        <a:srgbClr val="4B3C3C"/>
      </a:dk1>
      <a:lt1>
        <a:srgbClr val="FFFFFF"/>
      </a:lt1>
      <a:dk2>
        <a:srgbClr val="69CD59"/>
      </a:dk2>
      <a:lt2>
        <a:srgbClr val="FFCD00"/>
      </a:lt2>
      <a:accent1>
        <a:srgbClr val="EA7700"/>
      </a:accent1>
      <a:accent2>
        <a:srgbClr val="AF282C"/>
      </a:accent2>
      <a:accent3>
        <a:srgbClr val="C83764"/>
      </a:accent3>
      <a:accent4>
        <a:srgbClr val="00A3E0"/>
      </a:accent4>
      <a:accent5>
        <a:srgbClr val="1D418A"/>
      </a:accent5>
      <a:accent6>
        <a:srgbClr val="10833B"/>
      </a:accent6>
      <a:hlink>
        <a:srgbClr val="0563C1"/>
      </a:hlink>
      <a:folHlink>
        <a:srgbClr val="954F72"/>
      </a:folHlink>
    </a:clrScheme>
    <a:fontScheme name="Personnalisé 36">
      <a:majorFont>
        <a:latin typeface="Barlow Condensed ExtraBold"/>
        <a:ea typeface=""/>
        <a:cs typeface=""/>
      </a:majorFont>
      <a:minorFont>
        <a:latin typeface="Barlo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763</Words>
  <Application>Microsoft Office PowerPoint</Application>
  <PresentationFormat>Grand écran</PresentationFormat>
  <Paragraphs>33</Paragraphs>
  <Slides>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vt:i4>
      </vt:variant>
    </vt:vector>
  </HeadingPairs>
  <TitlesOfParts>
    <vt:vector size="7" baseType="lpstr">
      <vt:lpstr>Arial</vt:lpstr>
      <vt:lpstr>Barlow</vt:lpstr>
      <vt:lpstr>Barlow Condensed ExtraBold</vt:lpstr>
      <vt:lpstr>Barlow Condensed Medium</vt:lpstr>
      <vt:lpstr>1_Thème Office</vt:lpstr>
      <vt:lpstr>l’activité et les embauches continuent de se tasser, alors que les carnets de commandes  restent dégarnis</vt:lpstr>
      <vt:lpstr>La dégradation de la conjoncture en 2025 s’observe dans tous les secteurs et  sur une grande partie du territoire</vt:lpstr>
    </vt:vector>
  </TitlesOfParts>
  <Company>Bpifrance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Laetitia MORIN</dc:creator>
  <cp:lastModifiedBy>Sabrina EL KASMI</cp:lastModifiedBy>
  <cp:revision>2</cp:revision>
  <dcterms:created xsi:type="dcterms:W3CDTF">2026-03-30T08:04:32Z</dcterms:created>
  <dcterms:modified xsi:type="dcterms:W3CDTF">2026-03-30T14:49:40Z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6615553-48f4-466c-a66f-a3bb9a6459c5_Enabled">
    <vt:lpwstr>true</vt:lpwstr>
  </property>
  <property fmtid="{D5CDD505-2E9C-101B-9397-08002B2CF9AE}" pid="3" name="MSIP_Label_26615553-48f4-466c-a66f-a3bb9a6459c5_SetDate">
    <vt:lpwstr>2026-03-30T08:12:26Z</vt:lpwstr>
  </property>
  <property fmtid="{D5CDD505-2E9C-101B-9397-08002B2CF9AE}" pid="4" name="MSIP_Label_26615553-48f4-466c-a66f-a3bb9a6459c5_Method">
    <vt:lpwstr>Standard</vt:lpwstr>
  </property>
  <property fmtid="{D5CDD505-2E9C-101B-9397-08002B2CF9AE}" pid="5" name="MSIP_Label_26615553-48f4-466c-a66f-a3bb9a6459c5_Name">
    <vt:lpwstr>C1 - Interne</vt:lpwstr>
  </property>
  <property fmtid="{D5CDD505-2E9C-101B-9397-08002B2CF9AE}" pid="6" name="MSIP_Label_26615553-48f4-466c-a66f-a3bb9a6459c5_SiteId">
    <vt:lpwstr>1fbeb981-82a8-4cd1-8a51-a83806530676</vt:lpwstr>
  </property>
  <property fmtid="{D5CDD505-2E9C-101B-9397-08002B2CF9AE}" pid="7" name="MSIP_Label_26615553-48f4-466c-a66f-a3bb9a6459c5_ActionId">
    <vt:lpwstr>e8d0a17c-a950-442a-9b3b-0743f498c598</vt:lpwstr>
  </property>
  <property fmtid="{D5CDD505-2E9C-101B-9397-08002B2CF9AE}" pid="8" name="MSIP_Label_26615553-48f4-466c-a66f-a3bb9a6459c5_ContentBits">
    <vt:lpwstr>0</vt:lpwstr>
  </property>
  <property fmtid="{D5CDD505-2E9C-101B-9397-08002B2CF9AE}" pid="9" name="MSIP_Label_26615553-48f4-466c-a66f-a3bb9a6459c5_Tag">
    <vt:lpwstr>10, 3, 0, 1</vt:lpwstr>
  </property>
</Properties>
</file>